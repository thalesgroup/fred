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6"/>
    <p:sldId id="267" r:id="rId5"/>
    <p:sldId id="268" r:id="rId4"/>
    <p:sldId id="269" r:id="rId3"/>
    <p:sldId id="270" r:id="rId2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5.xml"/><Relationship Id="rId3" Type="http://schemas.openxmlformats.org/officeDocument/2006/relationships/slide" Target="slides/slide14.xml"/><Relationship Id="rId4" Type="http://schemas.openxmlformats.org/officeDocument/2006/relationships/slide" Target="slides/slide13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Slides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Title</c:v>
                </c:pt>
                <c:pt idx="1">
                  <c:v>Text</c:v>
                </c:pt>
                <c:pt idx="2">
                  <c:v>Visual</c:v>
                </c:pt>
                <c:pt idx="3">
                  <c:v>Data</c:v>
                </c:pt>
                <c:pt idx="4">
                  <c:v>Process</c:v>
                </c:pt>
                <c:pt idx="5">
                  <c:v>Closing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9</c:v>
                </c:pt>
                <c:pt idx="2">
                  <c:v>7</c:v>
                </c:pt>
                <c:pt idx="3">
                  <c:v>8</c:v>
                </c:pt>
                <c:pt idx="4">
                  <c:v>6</c:v>
                </c:pt>
                <c:pt idx="5">
                  <c:v>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CDD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5EF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chemeClr val="accent3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Pilot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</c:v>
                </c:pt>
                <c:pt idx="1">
                  <c:v>18</c:v>
                </c:pt>
                <c:pt idx="2">
                  <c:v>25</c:v>
                </c:pt>
                <c:pt idx="3">
                  <c:v>31</c:v>
                </c:pt>
                <c:pt idx="4">
                  <c:v>40</c:v>
                </c:pt>
                <c:pt idx="5">
                  <c:v>46</c:v>
                </c:pt>
                <c:pt idx="6">
                  <c:v>44</c:v>
                </c:pt>
                <c:pt idx="7">
                  <c:v>58</c:v>
                </c:pt>
                <c:pt idx="8">
                  <c:v>71</c:v>
                </c:pt>
                <c:pt idx="9">
                  <c:v>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CDD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5EF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chemeClr val="accent3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Sales</c:v>
                </c:pt>
                <c:pt idx="1">
                  <c:v>Product</c:v>
                </c:pt>
                <c:pt idx="2">
                  <c:v>Support</c:v>
                </c:pt>
                <c:pt idx="3">
                  <c:v>Legal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27</c:v>
                </c:pt>
                <c:pt idx="2">
                  <c:v>21</c:v>
                </c:pt>
                <c:pt idx="3">
                  <c:v>14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CDD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3E5EF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chemeClr val="accent3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Text</c:v>
                </c:pt>
                <c:pt idx="1">
                  <c:v>Visual</c:v>
                </c:pt>
                <c:pt idx="2">
                  <c:v>Data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25</c:v>
                </c:pt>
                <c:pt idx="3">
                  <c:v>10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t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chemeClr val="accent3"/>
          </a:solidFill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Kept as is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61</c:v>
                </c:pt>
                <c:pt idx="2">
                  <c:v>74</c:v>
                </c:pt>
                <c:pt idx="3">
                  <c:v>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Rewritten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48</c:v>
                </c:pt>
                <c:pt idx="1">
                  <c:v>39</c:v>
                </c:pt>
                <c:pt idx="2">
                  <c:v>26</c:v>
                </c:pt>
                <c:pt idx="3">
                  <c:v>13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CDD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5EF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chemeClr val="accent3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Title. Opening slide, dark. title up to ~60 characters; subtitle one sentence; meta = author, team and date; kicker optional (event, client or category).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/>
            <a:r>
              <a:t>Layout: Fred Agenda. Up to 7 entries, each a two-digit number and a heading of up to ~45 characters; unused entries are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Title Only. Free composition below the title: diagrams and anything the other layouts cannot express. Keep 0.6 in side margins and the 1.85 to 6.6 in content band; use scheme colours. This showcase slide shows the palette, built from scheme colours, so it follows the theme.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/>
            <a:r>
              <a:t>kind: cover</a:t>
            </a:r>
          </a:p>
          <a:p>
            <a:pPr/>
            <a:r>
              <a:t>label: Cover with picture</a:t>
            </a:r>
          </a:p>
          <a:p>
            <a:pPr/>
            <a:r>
              <a:t>Cover with a picture on the right; use it when the deck has a hero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/>
            <a:r>
              <a:t>kind: cover</a:t>
            </a:r>
          </a:p>
          <a:p>
            <a:pPr/>
            <a:r>
              <a:t>label: Cover, light</a:t>
            </a:r>
          </a:p>
          <a:p>
            <a:pPr/>
            <a:r>
              <a:t>Light cover for document-style and printed decks.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Section. Section divider, dark. section_number is a two-digit counter (01, 02…); title 1 to 6 words; subtitle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Section Accent. Section divider in the brand colour. Alternate with Fred Section to give long decks rhythm. Same placeholders as Fred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Title and Content. Text slide. 3 to 6 bullets of at most ~90 characters; second level allowed. Prefer a more visual layout when the content allows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Two Content. Two parallel lists of similar length, 2 to 6 bullets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Three Columns. Three ideas side by side (pillars, principles, offers). Headings 1 to 4 words; bodies up to ~200 characters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Comparison. Two options side by side with equal weight. Headings of 1 to 3 words; 2 to 5 bullets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Before After. Transformation: current state on the left, target state highlighted on the right. Same placeholders as Fred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Four Cards. Four parallel items in a 2 × 2 grid (features, risks, benefits). Headings up to ~40 characters; bodies up to ~140 characters.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Six Cards. Six short items in a 3 × 2 grid (capabilities, modules, team values). Headings up to ~30 characters; bodies up to ~90 characters.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/>
            <a:r>
              <a:t>kind: quote</a:t>
            </a:r>
          </a:p>
          <a:p>
            <a:pPr/>
            <a:r>
              <a:t>label: Statement</a:t>
            </a:r>
          </a:p>
          <a:p>
            <a:pPr/>
            <a:r>
              <a:t>One strong message up to ~110 characters, and its source or a supporting sentence under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/>
            <a:r>
              <a:t>kind: quote</a:t>
            </a:r>
          </a:p>
          <a:p>
            <a:pPr/>
            <a:r>
              <a:t>label: Statement, accent colour</a:t>
            </a:r>
          </a:p>
          <a:p>
            <a:pPr/>
            <a:r>
              <a:t>One strong message up to ~110 characters, and its source or a supporting sentence under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Quote. Quotation. quote at most ~180 characters, without quotation marks; attribution is name and role (second line allowed for the organisation).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Quote Image. Testimonial with a portrait (≈ 3:4). quote at most ~160 characters; attribution name and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Section Image. Section divider with a full-bleed visual on the left (≈ 5:6). Same text placeholders as Fred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Content with Image. Text on the left, visual on the right (≈ 7:8). 2 to 5 bullets; title up to ~45 characters (narrow column).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Image Left. Mirror of Fred Content with Image: visual on the left. Alternate the two to avoid repetition.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Full Image. Full-bleed visual (16:9) with a caption panel bottom-left. title up to ~50 characters; body up to ~150 characters. Keep the subject of the image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Two Images. Two visuals compared or paired (≈ 16:10 each), each with a short title and one-line caption.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Three Images. Three visuals in a row (≈ 7:6 each) with title and caption: products, use cases, 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Screenshot. Product or app screenshot in a browser frame, with 2 to 4 numbered callouts on the right (~70 characters each). Screenshot ≈ 1.9:1, it is cropped to fill.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Key Figures. Three headline numbers. Values of at most 5 characters (42%, 3.2M, x4); labels up to ~70 characters; caption for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Key Figures Four. Four KPIs; the first is highlighted, so put the headline figure there. Values at most 5 characters; labels up to ~60 characters.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/>
            <a:r>
              <a:t>kind: other</a:t>
            </a:r>
          </a:p>
          <a:p>
            <a:pPr/>
            <a:r>
              <a:t>label: Big number</a:t>
            </a:r>
          </a:p>
          <a:p>
            <a:pPr/>
            <a:r>
              <a:t>One hero number, what it means, and 2 to 4 context bullets. Set aside: the analysis does not read a lone figure beside other text as a one-item figures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Chart. One native chart and its takeaway. takeaway holds 1 to 3 short sentences (~200 characters). Use theme colours, 12 pt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Chart Full. One wide chart (time series, many categories). caption for the source or a reading note; put the message in the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Two Charts. Two charts side by side for comparison. Each chart has a short title (~40 characters); same scale when comparing like with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Chart and Figures. Dashboard: a chart with two KPIs alongside. Values at most 5 characters; labels up to ~50 characters.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/>
            <a:r>
              <a:t>Layout: Fred Table. Native table, up to 5 columns and 8 rows under the header; the table style colours the header, a total row and highlighted rows. Split larger tables across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Section Light. Section divider, light variant for document-style decks. Same placeholders as Fred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Process. Four-step sequence; the last step (outcome) is highlighted. Titles 1 to 3 words; bodies up to ~110 characters.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Process Three. Three phases as arrows (plan, build, run). Titles 1 to 3 words; bodies 2 to 4 short bullets.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/>
            <a:r>
              <a:t>Layout: Fred Timeline. Up to 5 milestones, each a date (year or quarter, up to ~10 characters), a title of 1 to 4 words and a body up to ~90 characters; unused milestones and their dots are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Matrix. 2 × 2 matrix (priority, positioning). The top-right quadrant q2 is highlighted. Axis labels 1 to 3 words; quadrant bodies up to ~80 characters.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Team. Up to four people with square photos (cropped to circles), name and role. Delete a column’s placeholders for fewer people. Names and portraits in this showcase are fictional placeholders.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/>
            <a:r>
              <a:t>kind: other</a:t>
            </a:r>
          </a:p>
          <a:p>
            <a:pPr/>
            <a:r>
              <a:t>Code sample for developer decks: the agent does not write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/>
            <a:r>
              <a:t>kind: process</a:t>
            </a:r>
          </a:p>
          <a:p>
            <a:pPr/>
            <a:r>
              <a:t>label: Four-step flow, short labels</a:t>
            </a:r>
          </a:p>
          <a:p>
            <a:pPr/>
            <a:r>
              <a:t>Dark canvas: up to 4 steps of 1 to 3 words each, joined by arrows.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Closing. Final slide: thanks, call to action, contact or next steps. title up to ~40 characters; body up to 4 short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Closing Light. Final slide, light variant. Same placeholders as Fred Closing.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Blank. Empty white canvas with slide number, for full custom visuals.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Fred Blank Dark. Empty navy canvas with slide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le"/>
          <p:cNvSpPr/>
          <p:nvPr userDrawn="1"/>
        </p:nvSpPr>
        <p:spPr>
          <a:xfrm>
            <a:off x="8686800" y="960120"/>
            <a:ext cx="1947672" cy="19476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ile"/>
          <p:cNvSpPr/>
          <p:nvPr userDrawn="1"/>
        </p:nvSpPr>
        <p:spPr>
          <a:xfrm>
            <a:off x="10789920" y="960120"/>
            <a:ext cx="896112" cy="896112"/>
          </a:xfrm>
          <a:prstGeom prst="roundRect">
            <a:avLst>
              <a:gd name="adj" fmla="val 13500"/>
            </a:avLst>
          </a:prstGeom>
          <a:noFill/>
          <a:ln w="15875">
            <a:solidFill>
              <a:schemeClr val="accent4">
                <a:alpha val="70000"/>
              </a:scheme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ile"/>
          <p:cNvSpPr/>
          <p:nvPr userDrawn="1"/>
        </p:nvSpPr>
        <p:spPr>
          <a:xfrm>
            <a:off x="10789920" y="2011680"/>
            <a:ext cx="896112" cy="89611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le"/>
          <p:cNvSpPr/>
          <p:nvPr userDrawn="1"/>
        </p:nvSpPr>
        <p:spPr>
          <a:xfrm>
            <a:off x="7635240" y="3063240"/>
            <a:ext cx="896112" cy="89611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ile"/>
          <p:cNvSpPr/>
          <p:nvPr userDrawn="1"/>
        </p:nvSpPr>
        <p:spPr>
          <a:xfrm>
            <a:off x="8686800" y="3063240"/>
            <a:ext cx="896112" cy="896112"/>
          </a:xfrm>
          <a:prstGeom prst="roundRect">
            <a:avLst>
              <a:gd name="adj" fmla="val 13500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Tile"/>
          <p:cNvSpPr/>
          <p:nvPr userDrawn="1"/>
        </p:nvSpPr>
        <p:spPr>
          <a:xfrm>
            <a:off x="9738360" y="3063240"/>
            <a:ext cx="1947672" cy="1947672"/>
          </a:xfrm>
          <a:prstGeom prst="roundRect">
            <a:avLst>
              <a:gd name="adj" fmla="val 13500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Tile"/>
          <p:cNvSpPr/>
          <p:nvPr userDrawn="1"/>
        </p:nvSpPr>
        <p:spPr>
          <a:xfrm>
            <a:off x="7635240" y="4114800"/>
            <a:ext cx="896112" cy="896112"/>
          </a:xfrm>
          <a:prstGeom prst="roundRect">
            <a:avLst>
              <a:gd name="adj" fmla="val 13500"/>
            </a:avLst>
          </a:prstGeom>
          <a:noFill/>
          <a:ln w="15875">
            <a:solidFill>
              <a:schemeClr val="accent4">
                <a:alpha val="70000"/>
              </a:scheme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Tile"/>
          <p:cNvSpPr/>
          <p:nvPr userDrawn="1"/>
        </p:nvSpPr>
        <p:spPr>
          <a:xfrm>
            <a:off x="8686800" y="4114800"/>
            <a:ext cx="896112" cy="89611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Tile"/>
          <p:cNvSpPr/>
          <p:nvPr userDrawn="1"/>
        </p:nvSpPr>
        <p:spPr>
          <a:xfrm>
            <a:off x="7635240" y="2011680"/>
            <a:ext cx="896112" cy="896112"/>
          </a:xfrm>
          <a:prstGeom prst="roundRect">
            <a:avLst>
              <a:gd name="adj" fmla="val 13500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1554480"/>
            <a:ext cx="658368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 idx="103" hasCustomPrompt="1"/>
          </p:nvPr>
        </p:nvSpPr>
        <p:spPr>
          <a:xfrm>
            <a:off x="548640" y="1901952"/>
            <a:ext cx="6675120" cy="1965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4400" b="1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ubtitle"/>
          <p:cNvSpPr>
            <a:spLocks noGrp="1"/>
          </p:cNvSpPr>
          <p:nvPr>
            <p:ph type="body" idx="104" hasCustomPrompt="1"/>
          </p:nvPr>
        </p:nvSpPr>
        <p:spPr>
          <a:xfrm>
            <a:off x="548640" y="4023360"/>
            <a:ext cx="6400800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dirty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One sentence that frames the deck</a:t>
            </a:r>
          </a:p>
        </p:txBody>
      </p:sp>
      <p:sp>
        <p:nvSpPr>
          <p:cNvPr id="15" name="meta"/>
          <p:cNvSpPr>
            <a:spLocks noGrp="1"/>
          </p:cNvSpPr>
          <p:nvPr>
            <p:ph type="body" idx="105" hasCustomPrompt="1"/>
          </p:nvPr>
        </p:nvSpPr>
        <p:spPr>
          <a:xfrm>
            <a:off x="548640" y="57607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Author · Team · Date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Title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coration"/>
          <p:cNvSpPr/>
          <p:nvPr userDrawn="1"/>
        </p:nvSpPr>
        <p:spPr>
          <a:xfrm>
            <a:off x="6400800" y="548640"/>
            <a:ext cx="5242255" cy="5760720"/>
          </a:xfrm>
          <a:prstGeom prst="roundRect">
            <a:avLst>
              <a:gd name="adj" fmla="val 3488"/>
            </a:avLst>
          </a:prstGeom>
          <a:solidFill>
            <a:schemeClr val="bg1">
              <a:alpha val="8000"/>
            </a:schemeClr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ile"/>
          <p:cNvSpPr/>
          <p:nvPr userDrawn="1"/>
        </p:nvSpPr>
        <p:spPr>
          <a:xfrm>
            <a:off x="5742432" y="548640"/>
            <a:ext cx="420624" cy="420624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ile"/>
          <p:cNvSpPr/>
          <p:nvPr userDrawn="1"/>
        </p:nvSpPr>
        <p:spPr>
          <a:xfrm>
            <a:off x="5742432" y="1078992"/>
            <a:ext cx="420624" cy="420624"/>
          </a:xfrm>
          <a:prstGeom prst="roundRect">
            <a:avLst>
              <a:gd name="adj" fmla="val 13500"/>
            </a:avLst>
          </a:prstGeom>
          <a:noFill/>
          <a:ln w="15875">
            <a:solidFill>
              <a:schemeClr val="accent4">
                <a:alpha val="70000"/>
              </a:scheme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1554480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7" name="title"/>
          <p:cNvSpPr>
            <a:spLocks noGrp="1"/>
          </p:cNvSpPr>
          <p:nvPr>
            <p:ph type="title" idx="103" hasCustomPrompt="1"/>
          </p:nvPr>
        </p:nvSpPr>
        <p:spPr>
          <a:xfrm>
            <a:off x="548640" y="1901952"/>
            <a:ext cx="4937760" cy="1965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4000" b="1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>
            <p:ph type="body" idx="104" hasCustomPrompt="1"/>
          </p:nvPr>
        </p:nvSpPr>
        <p:spPr>
          <a:xfrm>
            <a:off x="548640" y="4023360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 dirty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One sentence that frames the deck</a:t>
            </a:r>
          </a:p>
        </p:txBody>
      </p:sp>
      <p:sp>
        <p:nvSpPr>
          <p:cNvPr id="9" name="meta"/>
          <p:cNvSpPr>
            <a:spLocks noGrp="1"/>
          </p:cNvSpPr>
          <p:nvPr>
            <p:ph type="body" idx="105" hasCustomPrompt="1"/>
          </p:nvPr>
        </p:nvSpPr>
        <p:spPr>
          <a:xfrm>
            <a:off x="548640" y="576072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Author · Team · Date</a:t>
            </a:r>
          </a:p>
        </p:txBody>
      </p:sp>
      <p:sp>
        <p:nvSpPr>
          <p:cNvPr id="10" name="image"/>
          <p:cNvSpPr>
            <a:spLocks noGrp="1"/>
          </p:cNvSpPr>
          <p:nvPr>
            <p:ph type="pic" idx="106" hasCustomPrompt="1"/>
          </p:nvPr>
        </p:nvSpPr>
        <p:spPr>
          <a:xfrm>
            <a:off x="6400800" y="548640"/>
            <a:ext cx="5242255" cy="5760720"/>
          </a:xfrm>
          <a:prstGeom prst="roundRect">
            <a:avLst>
              <a:gd name="adj" fmla="val 3488"/>
            </a:avLst>
          </a:prstGeom>
          <a:noFill/>
        </p:spPr>
        <p:txBody>
          <a:bodyPr lIns="182880" tIns="182880" rIns="182880" bIns="182880" rtlCol="0"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Image · 5.73 × 6.3 in (≈ 9:10)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Title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le"/>
          <p:cNvSpPr/>
          <p:nvPr userDrawn="1"/>
        </p:nvSpPr>
        <p:spPr>
          <a:xfrm>
            <a:off x="7635240" y="960120"/>
            <a:ext cx="1947672" cy="1947672"/>
          </a:xfrm>
          <a:prstGeom prst="roundRect">
            <a:avLst>
              <a:gd name="adj" fmla="val 13500"/>
            </a:avLst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ile"/>
          <p:cNvSpPr/>
          <p:nvPr userDrawn="1"/>
        </p:nvSpPr>
        <p:spPr>
          <a:xfrm>
            <a:off x="9738360" y="960120"/>
            <a:ext cx="896112" cy="89611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ile"/>
          <p:cNvSpPr/>
          <p:nvPr userDrawn="1"/>
        </p:nvSpPr>
        <p:spPr>
          <a:xfrm>
            <a:off x="10789920" y="960120"/>
            <a:ext cx="896112" cy="896112"/>
          </a:xfrm>
          <a:prstGeom prst="roundRect">
            <a:avLst>
              <a:gd name="adj" fmla="val 13500"/>
            </a:avLst>
          </a:prstGeom>
          <a:noFill/>
          <a:ln w="15875">
            <a:solidFill>
              <a:schemeClr val="accent4">
                <a:alpha val="100000"/>
              </a:scheme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le"/>
          <p:cNvSpPr/>
          <p:nvPr userDrawn="1"/>
        </p:nvSpPr>
        <p:spPr>
          <a:xfrm>
            <a:off x="9738360" y="2011680"/>
            <a:ext cx="896112" cy="89611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ile"/>
          <p:cNvSpPr/>
          <p:nvPr userDrawn="1"/>
        </p:nvSpPr>
        <p:spPr>
          <a:xfrm>
            <a:off x="10789920" y="2011680"/>
            <a:ext cx="896112" cy="1947672"/>
          </a:xfrm>
          <a:prstGeom prst="roundRect">
            <a:avLst>
              <a:gd name="adj" fmla="val 13500"/>
            </a:avLst>
          </a:prstGeom>
          <a:solidFill>
            <a:schemeClr val="accent4">
              <a:alpha val="22000"/>
            </a:schemeClr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Tile"/>
          <p:cNvSpPr/>
          <p:nvPr userDrawn="1"/>
        </p:nvSpPr>
        <p:spPr>
          <a:xfrm>
            <a:off x="7635240" y="3063240"/>
            <a:ext cx="896112" cy="896112"/>
          </a:xfrm>
          <a:prstGeom prst="roundRect">
            <a:avLst>
              <a:gd name="adj" fmla="val 13500"/>
            </a:avLst>
          </a:prstGeom>
          <a:noFill/>
          <a:ln w="15875">
            <a:solidFill>
              <a:schemeClr val="accent4">
                <a:alpha val="100000"/>
              </a:scheme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Tile"/>
          <p:cNvSpPr/>
          <p:nvPr userDrawn="1"/>
        </p:nvSpPr>
        <p:spPr>
          <a:xfrm>
            <a:off x="8686800" y="3063240"/>
            <a:ext cx="1947672" cy="19476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Tile"/>
          <p:cNvSpPr/>
          <p:nvPr userDrawn="1"/>
        </p:nvSpPr>
        <p:spPr>
          <a:xfrm>
            <a:off x="7635240" y="4114800"/>
            <a:ext cx="896112" cy="89611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Tile"/>
          <p:cNvSpPr/>
          <p:nvPr userDrawn="1"/>
        </p:nvSpPr>
        <p:spPr>
          <a:xfrm>
            <a:off x="10789920" y="4114800"/>
            <a:ext cx="896112" cy="89611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1554480"/>
            <a:ext cx="658368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 idx="103" hasCustomPrompt="1"/>
          </p:nvPr>
        </p:nvSpPr>
        <p:spPr>
          <a:xfrm>
            <a:off x="548640" y="1901952"/>
            <a:ext cx="6675120" cy="1965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44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ubtitle"/>
          <p:cNvSpPr>
            <a:spLocks noGrp="1"/>
          </p:cNvSpPr>
          <p:nvPr>
            <p:ph type="body" idx="104" hasCustomPrompt="1"/>
          </p:nvPr>
        </p:nvSpPr>
        <p:spPr>
          <a:xfrm>
            <a:off x="548640" y="4023360"/>
            <a:ext cx="6400800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One sentence that frames the deck</a:t>
            </a:r>
          </a:p>
        </p:txBody>
      </p:sp>
      <p:sp>
        <p:nvSpPr>
          <p:cNvPr id="15" name="meta"/>
          <p:cNvSpPr>
            <a:spLocks noGrp="1"/>
          </p:cNvSpPr>
          <p:nvPr>
            <p:ph type="body" idx="105" hasCustomPrompt="1"/>
          </p:nvPr>
        </p:nvSpPr>
        <p:spPr>
          <a:xfrm>
            <a:off x="548640" y="57607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Author · Team · Date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nel"/>
          <p:cNvSpPr/>
          <p:nvPr userDrawn="1"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ile"/>
          <p:cNvSpPr/>
          <p:nvPr userDrawn="1"/>
        </p:nvSpPr>
        <p:spPr>
          <a:xfrm>
            <a:off x="548640" y="5074920"/>
            <a:ext cx="384048" cy="384048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ile"/>
          <p:cNvSpPr/>
          <p:nvPr userDrawn="1"/>
        </p:nvSpPr>
        <p:spPr>
          <a:xfrm>
            <a:off x="1024128" y="5074920"/>
            <a:ext cx="384048" cy="384048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le"/>
          <p:cNvSpPr/>
          <p:nvPr userDrawn="1"/>
        </p:nvSpPr>
        <p:spPr>
          <a:xfrm>
            <a:off x="1499616" y="5074920"/>
            <a:ext cx="384048" cy="384048"/>
          </a:xfrm>
          <a:prstGeom prst="roundRect">
            <a:avLst>
              <a:gd name="adj" fmla="val 13500"/>
            </a:avLst>
          </a:prstGeom>
          <a:noFill/>
          <a:ln w="15875">
            <a:solidFill>
              <a:schemeClr val="accent4">
                <a:alpha val="100000"/>
              </a:scheme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ile"/>
          <p:cNvSpPr/>
          <p:nvPr userDrawn="1"/>
        </p:nvSpPr>
        <p:spPr>
          <a:xfrm>
            <a:off x="548640" y="5550408"/>
            <a:ext cx="384048" cy="384048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Tile"/>
          <p:cNvSpPr/>
          <p:nvPr userDrawn="1"/>
        </p:nvSpPr>
        <p:spPr>
          <a:xfrm>
            <a:off x="1024128" y="5550408"/>
            <a:ext cx="384048" cy="384048"/>
          </a:xfrm>
          <a:prstGeom prst="roundRect">
            <a:avLst>
              <a:gd name="adj" fmla="val 13500"/>
            </a:avLst>
          </a:prstGeom>
          <a:noFill/>
          <a:ln w="15875">
            <a:solidFill>
              <a:schemeClr val="accent4">
                <a:alpha val="100000"/>
              </a:scheme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54864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 idx="101" hasCustomPrompt="1"/>
          </p:nvPr>
        </p:nvSpPr>
        <p:spPr>
          <a:xfrm>
            <a:off x="548640" y="868680"/>
            <a:ext cx="3200400" cy="1463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36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2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Sec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le"/>
          <p:cNvSpPr/>
          <p:nvPr userDrawn="1"/>
        </p:nvSpPr>
        <p:spPr>
          <a:xfrm>
            <a:off x="8138160" y="1188720"/>
            <a:ext cx="960120" cy="960120"/>
          </a:xfrm>
          <a:prstGeom prst="roundRect">
            <a:avLst>
              <a:gd name="adj" fmla="val 13500"/>
            </a:avLst>
          </a:prstGeom>
          <a:noFill/>
          <a:ln w="15875">
            <a:solidFill>
              <a:schemeClr val="accent4">
                <a:alpha val="70000"/>
              </a:scheme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ile"/>
          <p:cNvSpPr/>
          <p:nvPr userDrawn="1"/>
        </p:nvSpPr>
        <p:spPr>
          <a:xfrm>
            <a:off x="9262872" y="1188720"/>
            <a:ext cx="2084832" cy="208483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ile"/>
          <p:cNvSpPr/>
          <p:nvPr userDrawn="1"/>
        </p:nvSpPr>
        <p:spPr>
          <a:xfrm>
            <a:off x="8138160" y="2313432"/>
            <a:ext cx="960120" cy="960120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le"/>
          <p:cNvSpPr/>
          <p:nvPr userDrawn="1"/>
        </p:nvSpPr>
        <p:spPr>
          <a:xfrm>
            <a:off x="8138160" y="3438144"/>
            <a:ext cx="960120" cy="960120"/>
          </a:xfrm>
          <a:prstGeom prst="roundRect">
            <a:avLst>
              <a:gd name="adj" fmla="val 13500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ile"/>
          <p:cNvSpPr/>
          <p:nvPr userDrawn="1"/>
        </p:nvSpPr>
        <p:spPr>
          <a:xfrm>
            <a:off x="9262872" y="3438144"/>
            <a:ext cx="960120" cy="960120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Tile"/>
          <p:cNvSpPr/>
          <p:nvPr userDrawn="1"/>
        </p:nvSpPr>
        <p:spPr>
          <a:xfrm>
            <a:off x="10387584" y="3438144"/>
            <a:ext cx="960120" cy="960120"/>
          </a:xfrm>
          <a:prstGeom prst="roundRect">
            <a:avLst>
              <a:gd name="adj" fmla="val 13500"/>
            </a:avLst>
          </a:prstGeom>
          <a:noFill/>
          <a:ln w="15875">
            <a:solidFill>
              <a:schemeClr val="accent4">
                <a:alpha val="70000"/>
              </a:scheme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section_number"/>
          <p:cNvSpPr>
            <a:spLocks noGrp="1"/>
          </p:cNvSpPr>
          <p:nvPr>
            <p:ph type="body" idx="103" hasCustomPrompt="1"/>
          </p:nvPr>
        </p:nvSpPr>
        <p:spPr>
          <a:xfrm>
            <a:off x="548640" y="868680"/>
            <a:ext cx="3657600" cy="137160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800" b="1" dirty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01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 idx="104" hasCustomPrompt="1"/>
          </p:nvPr>
        </p:nvSpPr>
        <p:spPr>
          <a:xfrm>
            <a:off x="548640" y="2606040"/>
            <a:ext cx="6949440" cy="1554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4000" b="1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05" hasCustomPrompt="1"/>
          </p:nvPr>
        </p:nvSpPr>
        <p:spPr>
          <a:xfrm>
            <a:off x="548640" y="4251960"/>
            <a:ext cx="658368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 dirty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What this part covers, in one sentence</a:t>
            </a:r>
          </a:p>
        </p:txBody>
      </p:sp>
      <p:sp>
        <p:nvSpPr>
          <p:cNvPr id="12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4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Section Acc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le"/>
          <p:cNvSpPr/>
          <p:nvPr userDrawn="1"/>
        </p:nvSpPr>
        <p:spPr>
          <a:xfrm>
            <a:off x="8138160" y="1188720"/>
            <a:ext cx="2084832" cy="2084832"/>
          </a:xfrm>
          <a:prstGeom prst="roundRect">
            <a:avLst>
              <a:gd name="adj" fmla="val 13500"/>
            </a:avLst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ile"/>
          <p:cNvSpPr/>
          <p:nvPr userDrawn="1"/>
        </p:nvSpPr>
        <p:spPr>
          <a:xfrm>
            <a:off x="10387584" y="1188720"/>
            <a:ext cx="960120" cy="960120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ile"/>
          <p:cNvSpPr/>
          <p:nvPr userDrawn="1"/>
        </p:nvSpPr>
        <p:spPr>
          <a:xfrm>
            <a:off x="10387584" y="2313432"/>
            <a:ext cx="960120" cy="960120"/>
          </a:xfrm>
          <a:prstGeom prst="roundRect">
            <a:avLst>
              <a:gd name="adj" fmla="val 13500"/>
            </a:avLst>
          </a:prstGeom>
          <a:noFill/>
          <a:ln w="15875">
            <a:solidFill>
              <a:schemeClr val="accent4">
                <a:alpha val="70000"/>
              </a:scheme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le"/>
          <p:cNvSpPr/>
          <p:nvPr userDrawn="1"/>
        </p:nvSpPr>
        <p:spPr>
          <a:xfrm>
            <a:off x="8138160" y="3438144"/>
            <a:ext cx="960120" cy="960120"/>
          </a:xfrm>
          <a:prstGeom prst="roundRect">
            <a:avLst>
              <a:gd name="adj" fmla="val 13500"/>
            </a:avLst>
          </a:prstGeom>
          <a:noFill/>
          <a:ln w="15875">
            <a:solidFill>
              <a:schemeClr val="accent4">
                <a:alpha val="70000"/>
              </a:scheme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ile"/>
          <p:cNvSpPr/>
          <p:nvPr userDrawn="1"/>
        </p:nvSpPr>
        <p:spPr>
          <a:xfrm>
            <a:off x="9262872" y="3438144"/>
            <a:ext cx="960120" cy="960120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Tile"/>
          <p:cNvSpPr/>
          <p:nvPr userDrawn="1"/>
        </p:nvSpPr>
        <p:spPr>
          <a:xfrm>
            <a:off x="10387584" y="3438144"/>
            <a:ext cx="960120" cy="960120"/>
          </a:xfrm>
          <a:prstGeom prst="roundRect">
            <a:avLst>
              <a:gd name="adj" fmla="val 13500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section_number"/>
          <p:cNvSpPr>
            <a:spLocks noGrp="1"/>
          </p:cNvSpPr>
          <p:nvPr>
            <p:ph type="body" idx="103" hasCustomPrompt="1"/>
          </p:nvPr>
        </p:nvSpPr>
        <p:spPr>
          <a:xfrm>
            <a:off x="548640" y="868680"/>
            <a:ext cx="3657600" cy="137160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800" b="1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01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 idx="104" hasCustomPrompt="1"/>
          </p:nvPr>
        </p:nvSpPr>
        <p:spPr>
          <a:xfrm>
            <a:off x="548640" y="2606040"/>
            <a:ext cx="6949440" cy="1554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4000" b="1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05" hasCustomPrompt="1"/>
          </p:nvPr>
        </p:nvSpPr>
        <p:spPr>
          <a:xfrm>
            <a:off x="548640" y="4251960"/>
            <a:ext cx="658368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What this part covers, in one sentence</a:t>
            </a:r>
          </a:p>
        </p:txBody>
      </p:sp>
      <p:sp>
        <p:nvSpPr>
          <p:cNvPr id="12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bg1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Section 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le"/>
          <p:cNvSpPr/>
          <p:nvPr userDrawn="1"/>
        </p:nvSpPr>
        <p:spPr>
          <a:xfrm>
            <a:off x="8138160" y="1188720"/>
            <a:ext cx="960120" cy="960120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ile"/>
          <p:cNvSpPr/>
          <p:nvPr userDrawn="1"/>
        </p:nvSpPr>
        <p:spPr>
          <a:xfrm>
            <a:off x="9262872" y="1188720"/>
            <a:ext cx="960120" cy="960120"/>
          </a:xfrm>
          <a:prstGeom prst="roundRect">
            <a:avLst>
              <a:gd name="adj" fmla="val 13500"/>
            </a:avLst>
          </a:prstGeom>
          <a:noFill/>
          <a:ln w="15875">
            <a:solidFill>
              <a:schemeClr val="accent4">
                <a:alpha val="100000"/>
              </a:scheme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ile"/>
          <p:cNvSpPr/>
          <p:nvPr userDrawn="1"/>
        </p:nvSpPr>
        <p:spPr>
          <a:xfrm>
            <a:off x="10387584" y="1188720"/>
            <a:ext cx="960120" cy="960120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le"/>
          <p:cNvSpPr/>
          <p:nvPr userDrawn="1"/>
        </p:nvSpPr>
        <p:spPr>
          <a:xfrm>
            <a:off x="8138160" y="2313432"/>
            <a:ext cx="2084832" cy="2084832"/>
          </a:xfrm>
          <a:prstGeom prst="roundRect">
            <a:avLst>
              <a:gd name="adj" fmla="val 13500"/>
            </a:avLst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ile"/>
          <p:cNvSpPr/>
          <p:nvPr userDrawn="1"/>
        </p:nvSpPr>
        <p:spPr>
          <a:xfrm>
            <a:off x="10387584" y="2313432"/>
            <a:ext cx="960120" cy="960120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Tile"/>
          <p:cNvSpPr/>
          <p:nvPr userDrawn="1"/>
        </p:nvSpPr>
        <p:spPr>
          <a:xfrm>
            <a:off x="10387584" y="3438144"/>
            <a:ext cx="960120" cy="960120"/>
          </a:xfrm>
          <a:prstGeom prst="roundRect">
            <a:avLst>
              <a:gd name="adj" fmla="val 13500"/>
            </a:avLst>
          </a:prstGeom>
          <a:noFill/>
          <a:ln w="15875">
            <a:solidFill>
              <a:schemeClr val="accent4">
                <a:alpha val="100000"/>
              </a:scheme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section_number"/>
          <p:cNvSpPr>
            <a:spLocks noGrp="1"/>
          </p:cNvSpPr>
          <p:nvPr>
            <p:ph type="body" idx="103" hasCustomPrompt="1"/>
          </p:nvPr>
        </p:nvSpPr>
        <p:spPr>
          <a:xfrm>
            <a:off x="548640" y="868680"/>
            <a:ext cx="3657600" cy="137160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800" b="1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01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 idx="104" hasCustomPrompt="1"/>
          </p:nvPr>
        </p:nvSpPr>
        <p:spPr>
          <a:xfrm>
            <a:off x="548640" y="2606040"/>
            <a:ext cx="6949440" cy="1554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40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05" hasCustomPrompt="1"/>
          </p:nvPr>
        </p:nvSpPr>
        <p:spPr>
          <a:xfrm>
            <a:off x="548640" y="4251960"/>
            <a:ext cx="658368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What this part covers, in one sentence</a:t>
            </a:r>
          </a:p>
        </p:txBody>
      </p:sp>
      <p:sp>
        <p:nvSpPr>
          <p:cNvPr id="12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Section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coration"/>
          <p:cNvSpPr/>
          <p:nvPr userDrawn="1"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chemeClr val="bg1">
              <a:alpha val="8000"/>
            </a:schemeClr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image"/>
          <p:cNvSpPr>
            <a:spLocks noGrp="1"/>
          </p:cNvSpPr>
          <p:nvPr>
            <p:ph type="pic" idx="106" hasCustomPrompt="1"/>
          </p:nvPr>
        </p:nvSpPr>
        <p:spPr>
          <a:xfrm>
            <a:off x="0" y="0"/>
            <a:ext cx="5669280" cy="6858000"/>
          </a:xfrm>
          <a:prstGeom prst="rect">
            <a:avLst/>
          </a:prstGeom>
          <a:noFill/>
        </p:spPr>
        <p:txBody>
          <a:bodyPr lIns="182880" tIns="182880" rIns="182880" bIns="182880" rtlCol="0"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Image · 6.2 × 7.5 in (≈ 5:6), full bleed</a:t>
            </a:r>
          </a:p>
        </p:txBody>
      </p:sp>
      <p:sp>
        <p:nvSpPr>
          <p:cNvPr id="5" name="section_number"/>
          <p:cNvSpPr>
            <a:spLocks noGrp="1"/>
          </p:cNvSpPr>
          <p:nvPr>
            <p:ph type="body" idx="103" hasCustomPrompt="1"/>
          </p:nvPr>
        </p:nvSpPr>
        <p:spPr>
          <a:xfrm>
            <a:off x="6309360" y="868680"/>
            <a:ext cx="3657600" cy="137160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800" b="1" dirty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01</a:t>
            </a:r>
          </a:p>
        </p:txBody>
      </p:sp>
      <p:sp>
        <p:nvSpPr>
          <p:cNvPr id="6" name="title"/>
          <p:cNvSpPr>
            <a:spLocks noGrp="1"/>
          </p:cNvSpPr>
          <p:nvPr>
            <p:ph type="title" idx="104" hasCustomPrompt="1"/>
          </p:nvPr>
        </p:nvSpPr>
        <p:spPr>
          <a:xfrm>
            <a:off x="6309360" y="2606040"/>
            <a:ext cx="5330952" cy="1554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3600" b="1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idx="105" hasCustomPrompt="1"/>
          </p:nvPr>
        </p:nvSpPr>
        <p:spPr>
          <a:xfrm>
            <a:off x="6309360" y="4251960"/>
            <a:ext cx="5330952" cy="10972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 dirty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What this part covers, in one sentence</a:t>
            </a:r>
          </a:p>
        </p:txBody>
      </p:sp>
      <p:sp>
        <p:nvSpPr>
          <p:cNvPr id="8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4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body"/>
          <p:cNvSpPr>
            <a:spLocks noGrp="1"/>
          </p:cNvSpPr>
          <p:nvPr>
            <p:ph type="body" idx="101" hasCustomPrompt="1"/>
          </p:nvPr>
        </p:nvSpPr>
        <p:spPr>
          <a:xfrm>
            <a:off x="548640" y="1691640"/>
            <a:ext cx="11094415" cy="434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292608" indent="-292608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ct val="70000"/>
              <a:buFont typeface="Arial"/>
              <a:buChar char="■"/>
              <a:defRPr sz="1800" b="0" dirty="0">
                <a:solidFill>
                  <a:schemeClr val="tx1"/>
                </a:solidFill>
              </a:defRPr>
            </a:lvl1pPr>
            <a:lvl2pPr marL="640080" indent="-256032">
              <a:lnSpc>
                <a:spcPct val="110000"/>
              </a:lnSpc>
              <a:spcAft>
                <a:spcPts val="1000"/>
              </a:spcAft>
              <a:buClr>
                <a:schemeClr val="accent3"/>
              </a:buClr>
              <a:buFont typeface="Arial"/>
              <a:buChar char="–"/>
              <a:defRPr sz="1600" b="0">
                <a:solidFill>
                  <a:schemeClr val="accent3"/>
                </a:solidFill>
              </a:defRPr>
            </a:lvl2pPr>
          </a:lstStyle>
          <a:p>
            <a:r>
              <a:rPr lang="en-US" dirty="0"/>
              <a:t>Bullet point</a:t>
            </a:r>
          </a:p>
        </p:txBody>
      </p:sp>
      <p:sp>
        <p:nvSpPr>
          <p:cNvPr id="6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left"/>
          <p:cNvSpPr>
            <a:spLocks noGrp="1"/>
          </p:cNvSpPr>
          <p:nvPr>
            <p:ph type="body" idx="101" hasCustomPrompt="1"/>
          </p:nvPr>
        </p:nvSpPr>
        <p:spPr>
          <a:xfrm>
            <a:off x="548640" y="1691640"/>
            <a:ext cx="5367528" cy="434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292608" indent="-292608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ct val="70000"/>
              <a:buFont typeface="Arial"/>
              <a:buChar char="■"/>
              <a:defRPr sz="1600" b="0" dirty="0">
                <a:solidFill>
                  <a:schemeClr val="tx1"/>
                </a:solidFill>
              </a:defRPr>
            </a:lvl1pPr>
            <a:lvl2pPr marL="640080" indent="-256032">
              <a:lnSpc>
                <a:spcPct val="110000"/>
              </a:lnSpc>
              <a:spcAft>
                <a:spcPts val="1000"/>
              </a:spcAft>
              <a:buClr>
                <a:schemeClr val="accent3"/>
              </a:buClr>
              <a:buFont typeface="Arial"/>
              <a:buChar char="–"/>
              <a:defRPr sz="1400" b="0">
                <a:solidFill>
                  <a:schemeClr val="accent3"/>
                </a:solidFill>
              </a:defRPr>
            </a:lvl2pPr>
          </a:lstStyle>
          <a:p>
            <a:r>
              <a:rPr lang="en-US" dirty="0"/>
              <a:t>Left column</a:t>
            </a:r>
          </a:p>
        </p:txBody>
      </p:sp>
      <p:sp>
        <p:nvSpPr>
          <p:cNvPr id="6" name="right"/>
          <p:cNvSpPr>
            <a:spLocks noGrp="1"/>
          </p:cNvSpPr>
          <p:nvPr>
            <p:ph type="body" idx="102" hasCustomPrompt="1"/>
          </p:nvPr>
        </p:nvSpPr>
        <p:spPr>
          <a:xfrm>
            <a:off x="6275527" y="1691640"/>
            <a:ext cx="5367528" cy="434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292608" indent="-292608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ct val="70000"/>
              <a:buFont typeface="Arial"/>
              <a:buChar char="■"/>
              <a:defRPr sz="1600" b="0" dirty="0">
                <a:solidFill>
                  <a:schemeClr val="tx1"/>
                </a:solidFill>
              </a:defRPr>
            </a:lvl1pPr>
            <a:lvl2pPr marL="640080" indent="-256032">
              <a:lnSpc>
                <a:spcPct val="110000"/>
              </a:lnSpc>
              <a:spcAft>
                <a:spcPts val="1000"/>
              </a:spcAft>
              <a:buClr>
                <a:schemeClr val="accent3"/>
              </a:buClr>
              <a:buFont typeface="Arial"/>
              <a:buChar char="–"/>
              <a:defRPr sz="1400" b="0">
                <a:solidFill>
                  <a:schemeClr val="accent3"/>
                </a:solidFill>
              </a:defRPr>
            </a:lvl2pPr>
          </a:lstStyle>
          <a:p>
            <a:r>
              <a:rPr lang="en-US" dirty="0"/>
              <a:t>Right column</a:t>
            </a:r>
          </a:p>
        </p:txBody>
      </p:sp>
      <p:sp>
        <p:nvSpPr>
          <p:cNvPr id="7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Thre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Tile"/>
          <p:cNvSpPr/>
          <p:nvPr userDrawn="1"/>
        </p:nvSpPr>
        <p:spPr>
          <a:xfrm>
            <a:off x="548640" y="1737360"/>
            <a:ext cx="457200" cy="457200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Decoration"/>
          <p:cNvSpPr txBox="1"/>
          <p:nvPr userDrawn="1"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" name="col1_heading"/>
          <p:cNvSpPr>
            <a:spLocks noGrp="1"/>
          </p:cNvSpPr>
          <p:nvPr>
            <p:ph type="body" idx="101" hasCustomPrompt="1"/>
          </p:nvPr>
        </p:nvSpPr>
        <p:spPr>
          <a:xfrm>
            <a:off x="548640" y="2423160"/>
            <a:ext cx="3393338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8" name="col1_body"/>
          <p:cNvSpPr>
            <a:spLocks noGrp="1"/>
          </p:cNvSpPr>
          <p:nvPr>
            <p:ph type="body" idx="102" hasCustomPrompt="1"/>
          </p:nvPr>
        </p:nvSpPr>
        <p:spPr>
          <a:xfrm>
            <a:off x="548640" y="3017520"/>
            <a:ext cx="3393338" cy="2743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  <a:defRPr sz="16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Two or three sentences or a short list.</a:t>
            </a:r>
          </a:p>
        </p:txBody>
      </p:sp>
      <p:sp>
        <p:nvSpPr>
          <p:cNvPr id="9" name="Tile"/>
          <p:cNvSpPr/>
          <p:nvPr userDrawn="1"/>
        </p:nvSpPr>
        <p:spPr>
          <a:xfrm>
            <a:off x="4399178" y="1737360"/>
            <a:ext cx="457200" cy="457200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Decoration"/>
          <p:cNvSpPr txBox="1"/>
          <p:nvPr userDrawn="1"/>
        </p:nvSpPr>
        <p:spPr>
          <a:xfrm>
            <a:off x="4399178" y="1737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1" name="col2_heading"/>
          <p:cNvSpPr>
            <a:spLocks noGrp="1"/>
          </p:cNvSpPr>
          <p:nvPr>
            <p:ph type="body" idx="103" hasCustomPrompt="1"/>
          </p:nvPr>
        </p:nvSpPr>
        <p:spPr>
          <a:xfrm>
            <a:off x="4399178" y="2423160"/>
            <a:ext cx="3393338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2" name="col2_body"/>
          <p:cNvSpPr>
            <a:spLocks noGrp="1"/>
          </p:cNvSpPr>
          <p:nvPr>
            <p:ph type="body" idx="104" hasCustomPrompt="1"/>
          </p:nvPr>
        </p:nvSpPr>
        <p:spPr>
          <a:xfrm>
            <a:off x="4399178" y="3017520"/>
            <a:ext cx="3393338" cy="2743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  <a:defRPr sz="16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Two or three sentences or a short list.</a:t>
            </a:r>
          </a:p>
        </p:txBody>
      </p:sp>
      <p:sp>
        <p:nvSpPr>
          <p:cNvPr id="13" name="Tile"/>
          <p:cNvSpPr/>
          <p:nvPr userDrawn="1"/>
        </p:nvSpPr>
        <p:spPr>
          <a:xfrm>
            <a:off x="8249717" y="1737360"/>
            <a:ext cx="457200" cy="457200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Decoration"/>
          <p:cNvSpPr txBox="1"/>
          <p:nvPr userDrawn="1"/>
        </p:nvSpPr>
        <p:spPr>
          <a:xfrm>
            <a:off x="8249717" y="1737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15" name="col3_heading"/>
          <p:cNvSpPr>
            <a:spLocks noGrp="1"/>
          </p:cNvSpPr>
          <p:nvPr>
            <p:ph type="body" idx="105" hasCustomPrompt="1"/>
          </p:nvPr>
        </p:nvSpPr>
        <p:spPr>
          <a:xfrm>
            <a:off x="8249717" y="2423160"/>
            <a:ext cx="3393338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6" name="col3_body"/>
          <p:cNvSpPr>
            <a:spLocks noGrp="1"/>
          </p:cNvSpPr>
          <p:nvPr>
            <p:ph type="body" idx="106" hasCustomPrompt="1"/>
          </p:nvPr>
        </p:nvSpPr>
        <p:spPr>
          <a:xfrm>
            <a:off x="8249717" y="3017520"/>
            <a:ext cx="3393338" cy="2743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  <a:defRPr sz="16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Two or three sentences or a short list.</a:t>
            </a:r>
          </a:p>
        </p:txBody>
      </p:sp>
      <p:sp>
        <p:nvSpPr>
          <p:cNvPr id="17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ard"/>
          <p:cNvSpPr/>
          <p:nvPr userDrawn="1"/>
        </p:nvSpPr>
        <p:spPr>
          <a:xfrm>
            <a:off x="548640" y="1691640"/>
            <a:ext cx="5367528" cy="4343400"/>
          </a:xfrm>
          <a:prstGeom prst="roundRect">
            <a:avLst>
              <a:gd name="adj" fmla="val 3368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left_heading"/>
          <p:cNvSpPr>
            <a:spLocks noGrp="1"/>
          </p:cNvSpPr>
          <p:nvPr>
            <p:ph type="body" idx="103" hasCustomPrompt="1"/>
          </p:nvPr>
        </p:nvSpPr>
        <p:spPr>
          <a:xfrm>
            <a:off x="914400" y="2011680"/>
            <a:ext cx="4636008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200" b="1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Option</a:t>
            </a:r>
          </a:p>
        </p:txBody>
      </p:sp>
      <p:sp>
        <p:nvSpPr>
          <p:cNvPr id="7" name="left"/>
          <p:cNvSpPr>
            <a:spLocks noGrp="1"/>
          </p:cNvSpPr>
          <p:nvPr>
            <p:ph type="body" idx="104" hasCustomPrompt="1"/>
          </p:nvPr>
        </p:nvSpPr>
        <p:spPr>
          <a:xfrm>
            <a:off x="914400" y="2651760"/>
            <a:ext cx="4636008" cy="3063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292608" indent="-292608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Pct val="70000"/>
              <a:buFont typeface="Arial"/>
              <a:buChar char="■"/>
              <a:defRPr sz="1600" b="0" dirty="0">
                <a:solidFill>
                  <a:schemeClr val="tx1"/>
                </a:solidFill>
              </a:defRPr>
            </a:lvl1pPr>
            <a:lvl2pPr marL="640080" indent="-256032">
              <a:lnSpc>
                <a:spcPct val="110000"/>
              </a:lnSpc>
              <a:spcAft>
                <a:spcPts val="800"/>
              </a:spcAft>
              <a:buClr>
                <a:schemeClr val="accent3"/>
              </a:buClr>
              <a:buFont typeface="Arial"/>
              <a:buChar char="–"/>
              <a:defRPr sz="1400" b="0">
                <a:solidFill>
                  <a:schemeClr val="accent3"/>
                </a:solidFill>
              </a:defRPr>
            </a:lvl2pPr>
          </a:lstStyle>
          <a:p>
            <a:r>
              <a:rPr lang="en-US" dirty="0"/>
              <a:t>Point</a:t>
            </a:r>
          </a:p>
        </p:txBody>
      </p:sp>
      <p:sp>
        <p:nvSpPr>
          <p:cNvPr id="8" name="Card"/>
          <p:cNvSpPr/>
          <p:nvPr userDrawn="1"/>
        </p:nvSpPr>
        <p:spPr>
          <a:xfrm>
            <a:off x="6275527" y="1691640"/>
            <a:ext cx="5367528" cy="4343400"/>
          </a:xfrm>
          <a:prstGeom prst="roundRect">
            <a:avLst>
              <a:gd name="adj" fmla="val 3368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right_heading"/>
          <p:cNvSpPr>
            <a:spLocks noGrp="1"/>
          </p:cNvSpPr>
          <p:nvPr>
            <p:ph type="body" idx="105" hasCustomPrompt="1"/>
          </p:nvPr>
        </p:nvSpPr>
        <p:spPr>
          <a:xfrm>
            <a:off x="6641287" y="2011680"/>
            <a:ext cx="4636008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200" b="1" dirty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Option</a:t>
            </a:r>
          </a:p>
        </p:txBody>
      </p:sp>
      <p:sp>
        <p:nvSpPr>
          <p:cNvPr id="10" name="right"/>
          <p:cNvSpPr>
            <a:spLocks noGrp="1"/>
          </p:cNvSpPr>
          <p:nvPr>
            <p:ph type="body" idx="106" hasCustomPrompt="1"/>
          </p:nvPr>
        </p:nvSpPr>
        <p:spPr>
          <a:xfrm>
            <a:off x="6641287" y="2651760"/>
            <a:ext cx="4636008" cy="3063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292608" indent="-292608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Pct val="70000"/>
              <a:buFont typeface="Arial"/>
              <a:buChar char="■"/>
              <a:defRPr sz="1600" b="0" dirty="0">
                <a:solidFill>
                  <a:schemeClr val="tx1"/>
                </a:solidFill>
              </a:defRPr>
            </a:lvl1pPr>
            <a:lvl2pPr marL="640080" indent="-256032">
              <a:lnSpc>
                <a:spcPct val="110000"/>
              </a:lnSpc>
              <a:spcAft>
                <a:spcPts val="800"/>
              </a:spcAft>
              <a:buClr>
                <a:schemeClr val="accent3"/>
              </a:buClr>
              <a:buFont typeface="Arial"/>
              <a:buChar char="–"/>
              <a:defRPr sz="1400" b="0">
                <a:solidFill>
                  <a:schemeClr val="accent3"/>
                </a:solidFill>
              </a:defRPr>
            </a:lvl2pPr>
          </a:lstStyle>
          <a:p>
            <a:r>
              <a:rPr lang="en-US" dirty="0"/>
              <a:t>Point</a:t>
            </a:r>
          </a:p>
        </p:txBody>
      </p:sp>
      <p:sp>
        <p:nvSpPr>
          <p:cNvPr id="11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Before Af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ard"/>
          <p:cNvSpPr/>
          <p:nvPr userDrawn="1"/>
        </p:nvSpPr>
        <p:spPr>
          <a:xfrm>
            <a:off x="548640" y="1691640"/>
            <a:ext cx="5367528" cy="4343400"/>
          </a:xfrm>
          <a:prstGeom prst="roundRect">
            <a:avLst>
              <a:gd name="adj" fmla="val 3368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Card"/>
          <p:cNvSpPr/>
          <p:nvPr userDrawn="1"/>
        </p:nvSpPr>
        <p:spPr>
          <a:xfrm>
            <a:off x="6275527" y="1691640"/>
            <a:ext cx="5367528" cy="4343400"/>
          </a:xfrm>
          <a:prstGeom prst="roundRect">
            <a:avLst>
              <a:gd name="adj" fmla="val 3368"/>
            </a:avLst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Decoration"/>
          <p:cNvSpPr/>
          <p:nvPr userDrawn="1"/>
        </p:nvSpPr>
        <p:spPr>
          <a:xfrm>
            <a:off x="5827471" y="3534156"/>
            <a:ext cx="658368" cy="658368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Decoration"/>
          <p:cNvSpPr/>
          <p:nvPr userDrawn="1"/>
        </p:nvSpPr>
        <p:spPr>
          <a:xfrm>
            <a:off x="6037783" y="3726180"/>
            <a:ext cx="274320" cy="27432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left_heading"/>
          <p:cNvSpPr>
            <a:spLocks noGrp="1"/>
          </p:cNvSpPr>
          <p:nvPr>
            <p:ph type="body" idx="103" hasCustomPrompt="1"/>
          </p:nvPr>
        </p:nvSpPr>
        <p:spPr>
          <a:xfrm>
            <a:off x="914400" y="2011680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200" b="1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Today</a:t>
            </a:r>
          </a:p>
        </p:txBody>
      </p:sp>
      <p:sp>
        <p:nvSpPr>
          <p:cNvPr id="10" name="left"/>
          <p:cNvSpPr>
            <a:spLocks noGrp="1"/>
          </p:cNvSpPr>
          <p:nvPr>
            <p:ph type="body" idx="104" hasCustomPrompt="1"/>
          </p:nvPr>
        </p:nvSpPr>
        <p:spPr>
          <a:xfrm>
            <a:off x="914400" y="2651760"/>
            <a:ext cx="4480560" cy="3063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292608" indent="-292608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Pct val="70000"/>
              <a:buFont typeface="Arial"/>
              <a:buChar char="■"/>
              <a:defRPr sz="1600" b="0" dirty="0">
                <a:solidFill>
                  <a:schemeClr val="tx1"/>
                </a:solidFill>
              </a:defRPr>
            </a:lvl1pPr>
            <a:lvl2pPr marL="640080" indent="-256032">
              <a:lnSpc>
                <a:spcPct val="110000"/>
              </a:lnSpc>
              <a:spcAft>
                <a:spcPts val="800"/>
              </a:spcAft>
              <a:buClr>
                <a:schemeClr val="accent3"/>
              </a:buClr>
              <a:buFont typeface="Arial"/>
              <a:buChar char="–"/>
              <a:defRPr sz="1400" b="0">
                <a:solidFill>
                  <a:schemeClr val="accent3"/>
                </a:solidFill>
              </a:defRPr>
            </a:lvl2pPr>
          </a:lstStyle>
          <a:p>
            <a:r>
              <a:rPr lang="en-US" dirty="0"/>
              <a:t>Point</a:t>
            </a:r>
          </a:p>
        </p:txBody>
      </p:sp>
      <p:sp>
        <p:nvSpPr>
          <p:cNvPr id="11" name="right_heading"/>
          <p:cNvSpPr>
            <a:spLocks noGrp="1"/>
          </p:cNvSpPr>
          <p:nvPr>
            <p:ph type="body" idx="105" hasCustomPrompt="1"/>
          </p:nvPr>
        </p:nvSpPr>
        <p:spPr>
          <a:xfrm>
            <a:off x="6766560" y="2011680"/>
            <a:ext cx="4507992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200" b="1" dirty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Tomorrow</a:t>
            </a:r>
          </a:p>
        </p:txBody>
      </p:sp>
      <p:sp>
        <p:nvSpPr>
          <p:cNvPr id="12" name="right"/>
          <p:cNvSpPr>
            <a:spLocks noGrp="1"/>
          </p:cNvSpPr>
          <p:nvPr>
            <p:ph type="body" idx="106" hasCustomPrompt="1"/>
          </p:nvPr>
        </p:nvSpPr>
        <p:spPr>
          <a:xfrm>
            <a:off x="6766560" y="2651760"/>
            <a:ext cx="4507992" cy="3063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292608" indent="-292608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Pct val="70000"/>
              <a:buFont typeface="Arial"/>
              <a:buChar char="■"/>
              <a:defRPr sz="1600" b="0" dirty="0">
                <a:solidFill>
                  <a:schemeClr val="bg1"/>
                </a:solidFill>
              </a:defRPr>
            </a:lvl1pPr>
            <a:lvl2pPr marL="640080" indent="-256032">
              <a:lnSpc>
                <a:spcPct val="110000"/>
              </a:lnSpc>
              <a:spcAft>
                <a:spcPts val="800"/>
              </a:spcAft>
              <a:buClr>
                <a:schemeClr val="accent3"/>
              </a:buClr>
              <a:buFont typeface="Arial"/>
              <a:buChar char="–"/>
              <a:defRPr sz="1400" b="0">
                <a:solidFill>
                  <a:schemeClr val="accent3"/>
                </a:solidFill>
              </a:defRPr>
            </a:lvl2pPr>
          </a:lstStyle>
          <a:p>
            <a:r>
              <a:rPr lang="en-US" dirty="0"/>
              <a:t>Point</a:t>
            </a:r>
          </a:p>
        </p:txBody>
      </p:sp>
      <p:sp>
        <p:nvSpPr>
          <p:cNvPr id="13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Four Card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ard"/>
          <p:cNvSpPr/>
          <p:nvPr userDrawn="1"/>
        </p:nvSpPr>
        <p:spPr>
          <a:xfrm>
            <a:off x="548640" y="1691640"/>
            <a:ext cx="5410048" cy="2034540"/>
          </a:xfrm>
          <a:prstGeom prst="roundRect">
            <a:avLst>
              <a:gd name="adj" fmla="val 719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le"/>
          <p:cNvSpPr/>
          <p:nvPr userDrawn="1"/>
        </p:nvSpPr>
        <p:spPr>
          <a:xfrm>
            <a:off x="868680" y="2039112"/>
            <a:ext cx="237744" cy="237744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ard1_heading"/>
          <p:cNvSpPr>
            <a:spLocks noGrp="1"/>
          </p:cNvSpPr>
          <p:nvPr>
            <p:ph type="body" idx="101" hasCustomPrompt="1"/>
          </p:nvPr>
        </p:nvSpPr>
        <p:spPr>
          <a:xfrm>
            <a:off x="1280160" y="1965960"/>
            <a:ext cx="4358488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8" name="card1_body"/>
          <p:cNvSpPr>
            <a:spLocks noGrp="1"/>
          </p:cNvSpPr>
          <p:nvPr>
            <p:ph type="body" idx="102" hasCustomPrompt="1"/>
          </p:nvPr>
        </p:nvSpPr>
        <p:spPr>
          <a:xfrm>
            <a:off x="1280160" y="2468880"/>
            <a:ext cx="4358488" cy="10287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 or two sentences.</a:t>
            </a:r>
          </a:p>
        </p:txBody>
      </p:sp>
      <p:sp>
        <p:nvSpPr>
          <p:cNvPr id="9" name="Card"/>
          <p:cNvSpPr/>
          <p:nvPr userDrawn="1"/>
        </p:nvSpPr>
        <p:spPr>
          <a:xfrm>
            <a:off x="6233008" y="1691640"/>
            <a:ext cx="5410048" cy="2034540"/>
          </a:xfrm>
          <a:prstGeom prst="roundRect">
            <a:avLst>
              <a:gd name="adj" fmla="val 719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Tile"/>
          <p:cNvSpPr/>
          <p:nvPr userDrawn="1"/>
        </p:nvSpPr>
        <p:spPr>
          <a:xfrm>
            <a:off x="6553048" y="2039112"/>
            <a:ext cx="237744" cy="237744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card2_heading"/>
          <p:cNvSpPr>
            <a:spLocks noGrp="1"/>
          </p:cNvSpPr>
          <p:nvPr>
            <p:ph type="body" idx="103" hasCustomPrompt="1"/>
          </p:nvPr>
        </p:nvSpPr>
        <p:spPr>
          <a:xfrm>
            <a:off x="6964528" y="1965960"/>
            <a:ext cx="4358488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2" name="card2_body"/>
          <p:cNvSpPr>
            <a:spLocks noGrp="1"/>
          </p:cNvSpPr>
          <p:nvPr>
            <p:ph type="body" idx="104" hasCustomPrompt="1"/>
          </p:nvPr>
        </p:nvSpPr>
        <p:spPr>
          <a:xfrm>
            <a:off x="6964528" y="2468880"/>
            <a:ext cx="4358488" cy="10287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 or two sentences.</a:t>
            </a:r>
          </a:p>
        </p:txBody>
      </p:sp>
      <p:sp>
        <p:nvSpPr>
          <p:cNvPr id="13" name="Card"/>
          <p:cNvSpPr/>
          <p:nvPr userDrawn="1"/>
        </p:nvSpPr>
        <p:spPr>
          <a:xfrm>
            <a:off x="548640" y="4000500"/>
            <a:ext cx="5410048" cy="2034540"/>
          </a:xfrm>
          <a:prstGeom prst="roundRect">
            <a:avLst>
              <a:gd name="adj" fmla="val 719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Tile"/>
          <p:cNvSpPr/>
          <p:nvPr userDrawn="1"/>
        </p:nvSpPr>
        <p:spPr>
          <a:xfrm>
            <a:off x="868680" y="4347972"/>
            <a:ext cx="237744" cy="237744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card3_heading"/>
          <p:cNvSpPr>
            <a:spLocks noGrp="1"/>
          </p:cNvSpPr>
          <p:nvPr>
            <p:ph type="body" idx="105" hasCustomPrompt="1"/>
          </p:nvPr>
        </p:nvSpPr>
        <p:spPr>
          <a:xfrm>
            <a:off x="1280160" y="4274820"/>
            <a:ext cx="4358488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6" name="card3_body"/>
          <p:cNvSpPr>
            <a:spLocks noGrp="1"/>
          </p:cNvSpPr>
          <p:nvPr>
            <p:ph type="body" idx="106" hasCustomPrompt="1"/>
          </p:nvPr>
        </p:nvSpPr>
        <p:spPr>
          <a:xfrm>
            <a:off x="1280160" y="4777740"/>
            <a:ext cx="4358488" cy="10287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 or two sentences.</a:t>
            </a:r>
          </a:p>
        </p:txBody>
      </p:sp>
      <p:sp>
        <p:nvSpPr>
          <p:cNvPr id="17" name="Card"/>
          <p:cNvSpPr/>
          <p:nvPr userDrawn="1"/>
        </p:nvSpPr>
        <p:spPr>
          <a:xfrm>
            <a:off x="6233008" y="4000500"/>
            <a:ext cx="5410048" cy="2034540"/>
          </a:xfrm>
          <a:prstGeom prst="roundRect">
            <a:avLst>
              <a:gd name="adj" fmla="val 719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Tile"/>
          <p:cNvSpPr/>
          <p:nvPr userDrawn="1"/>
        </p:nvSpPr>
        <p:spPr>
          <a:xfrm>
            <a:off x="6553048" y="4347972"/>
            <a:ext cx="237744" cy="237744"/>
          </a:xfrm>
          <a:prstGeom prst="roundRect">
            <a:avLst>
              <a:gd name="adj" fmla="val 13500"/>
            </a:avLst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card4_heading"/>
          <p:cNvSpPr>
            <a:spLocks noGrp="1"/>
          </p:cNvSpPr>
          <p:nvPr>
            <p:ph type="body" idx="107" hasCustomPrompt="1"/>
          </p:nvPr>
        </p:nvSpPr>
        <p:spPr>
          <a:xfrm>
            <a:off x="6964528" y="4274820"/>
            <a:ext cx="4358488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20" name="card4_body"/>
          <p:cNvSpPr>
            <a:spLocks noGrp="1"/>
          </p:cNvSpPr>
          <p:nvPr>
            <p:ph type="body" idx="108" hasCustomPrompt="1"/>
          </p:nvPr>
        </p:nvSpPr>
        <p:spPr>
          <a:xfrm>
            <a:off x="6964528" y="4777740"/>
            <a:ext cx="4358488" cy="10287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 or two sentences.</a:t>
            </a:r>
          </a:p>
        </p:txBody>
      </p:sp>
      <p:sp>
        <p:nvSpPr>
          <p:cNvPr id="21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Six Card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ard"/>
          <p:cNvSpPr/>
          <p:nvPr userDrawn="1"/>
        </p:nvSpPr>
        <p:spPr>
          <a:xfrm>
            <a:off x="548640" y="1691640"/>
            <a:ext cx="3515258" cy="2034540"/>
          </a:xfrm>
          <a:prstGeom prst="roundRect">
            <a:avLst>
              <a:gd name="adj" fmla="val 719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le"/>
          <p:cNvSpPr/>
          <p:nvPr userDrawn="1"/>
        </p:nvSpPr>
        <p:spPr>
          <a:xfrm>
            <a:off x="822960" y="1984248"/>
            <a:ext cx="237744" cy="237744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ard1_heading"/>
          <p:cNvSpPr>
            <a:spLocks noGrp="1"/>
          </p:cNvSpPr>
          <p:nvPr>
            <p:ph type="body" idx="101" hasCustomPrompt="1"/>
          </p:nvPr>
        </p:nvSpPr>
        <p:spPr>
          <a:xfrm>
            <a:off x="822960" y="2377440"/>
            <a:ext cx="2966618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8" name="card1_body"/>
          <p:cNvSpPr>
            <a:spLocks noGrp="1"/>
          </p:cNvSpPr>
          <p:nvPr>
            <p:ph type="body" idx="102" hasCustomPrompt="1"/>
          </p:nvPr>
        </p:nvSpPr>
        <p:spPr>
          <a:xfrm>
            <a:off x="822960" y="2788920"/>
            <a:ext cx="2966618" cy="800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 sentence.</a:t>
            </a:r>
          </a:p>
        </p:txBody>
      </p:sp>
      <p:sp>
        <p:nvSpPr>
          <p:cNvPr id="9" name="Card"/>
          <p:cNvSpPr/>
          <p:nvPr userDrawn="1"/>
        </p:nvSpPr>
        <p:spPr>
          <a:xfrm>
            <a:off x="4338218" y="1691640"/>
            <a:ext cx="3515258" cy="2034540"/>
          </a:xfrm>
          <a:prstGeom prst="roundRect">
            <a:avLst>
              <a:gd name="adj" fmla="val 719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Tile"/>
          <p:cNvSpPr/>
          <p:nvPr userDrawn="1"/>
        </p:nvSpPr>
        <p:spPr>
          <a:xfrm>
            <a:off x="4612538" y="1984248"/>
            <a:ext cx="237744" cy="237744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card2_heading"/>
          <p:cNvSpPr>
            <a:spLocks noGrp="1"/>
          </p:cNvSpPr>
          <p:nvPr>
            <p:ph type="body" idx="103" hasCustomPrompt="1"/>
          </p:nvPr>
        </p:nvSpPr>
        <p:spPr>
          <a:xfrm>
            <a:off x="4612538" y="2377440"/>
            <a:ext cx="2966618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2" name="card2_body"/>
          <p:cNvSpPr>
            <a:spLocks noGrp="1"/>
          </p:cNvSpPr>
          <p:nvPr>
            <p:ph type="body" idx="104" hasCustomPrompt="1"/>
          </p:nvPr>
        </p:nvSpPr>
        <p:spPr>
          <a:xfrm>
            <a:off x="4612538" y="2788920"/>
            <a:ext cx="2966618" cy="800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 sentence.</a:t>
            </a:r>
          </a:p>
        </p:txBody>
      </p:sp>
      <p:sp>
        <p:nvSpPr>
          <p:cNvPr id="13" name="Card"/>
          <p:cNvSpPr/>
          <p:nvPr userDrawn="1"/>
        </p:nvSpPr>
        <p:spPr>
          <a:xfrm>
            <a:off x="8127797" y="1691640"/>
            <a:ext cx="3515258" cy="2034540"/>
          </a:xfrm>
          <a:prstGeom prst="roundRect">
            <a:avLst>
              <a:gd name="adj" fmla="val 719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Tile"/>
          <p:cNvSpPr/>
          <p:nvPr userDrawn="1"/>
        </p:nvSpPr>
        <p:spPr>
          <a:xfrm>
            <a:off x="8402117" y="1984248"/>
            <a:ext cx="237744" cy="237744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card3_heading"/>
          <p:cNvSpPr>
            <a:spLocks noGrp="1"/>
          </p:cNvSpPr>
          <p:nvPr>
            <p:ph type="body" idx="105" hasCustomPrompt="1"/>
          </p:nvPr>
        </p:nvSpPr>
        <p:spPr>
          <a:xfrm>
            <a:off x="8402117" y="2377440"/>
            <a:ext cx="2966618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6" name="card3_body"/>
          <p:cNvSpPr>
            <a:spLocks noGrp="1"/>
          </p:cNvSpPr>
          <p:nvPr>
            <p:ph type="body" idx="106" hasCustomPrompt="1"/>
          </p:nvPr>
        </p:nvSpPr>
        <p:spPr>
          <a:xfrm>
            <a:off x="8402117" y="2788920"/>
            <a:ext cx="2966618" cy="800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 sentence.</a:t>
            </a:r>
          </a:p>
        </p:txBody>
      </p:sp>
      <p:sp>
        <p:nvSpPr>
          <p:cNvPr id="17" name="Card"/>
          <p:cNvSpPr/>
          <p:nvPr userDrawn="1"/>
        </p:nvSpPr>
        <p:spPr>
          <a:xfrm>
            <a:off x="548640" y="4000500"/>
            <a:ext cx="3515258" cy="2034540"/>
          </a:xfrm>
          <a:prstGeom prst="roundRect">
            <a:avLst>
              <a:gd name="adj" fmla="val 719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Tile"/>
          <p:cNvSpPr/>
          <p:nvPr userDrawn="1"/>
        </p:nvSpPr>
        <p:spPr>
          <a:xfrm>
            <a:off x="822960" y="4293108"/>
            <a:ext cx="237744" cy="237744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card4_heading"/>
          <p:cNvSpPr>
            <a:spLocks noGrp="1"/>
          </p:cNvSpPr>
          <p:nvPr>
            <p:ph type="body" idx="107" hasCustomPrompt="1"/>
          </p:nvPr>
        </p:nvSpPr>
        <p:spPr>
          <a:xfrm>
            <a:off x="822960" y="4686300"/>
            <a:ext cx="2966618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20" name="card4_body"/>
          <p:cNvSpPr>
            <a:spLocks noGrp="1"/>
          </p:cNvSpPr>
          <p:nvPr>
            <p:ph type="body" idx="108" hasCustomPrompt="1"/>
          </p:nvPr>
        </p:nvSpPr>
        <p:spPr>
          <a:xfrm>
            <a:off x="822960" y="5097780"/>
            <a:ext cx="2966618" cy="800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 sentence.</a:t>
            </a:r>
          </a:p>
        </p:txBody>
      </p:sp>
      <p:sp>
        <p:nvSpPr>
          <p:cNvPr id="21" name="Card"/>
          <p:cNvSpPr/>
          <p:nvPr userDrawn="1"/>
        </p:nvSpPr>
        <p:spPr>
          <a:xfrm>
            <a:off x="4338218" y="4000500"/>
            <a:ext cx="3515258" cy="2034540"/>
          </a:xfrm>
          <a:prstGeom prst="roundRect">
            <a:avLst>
              <a:gd name="adj" fmla="val 719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Tile"/>
          <p:cNvSpPr/>
          <p:nvPr userDrawn="1"/>
        </p:nvSpPr>
        <p:spPr>
          <a:xfrm>
            <a:off x="4612538" y="4293108"/>
            <a:ext cx="237744" cy="237744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card5_heading"/>
          <p:cNvSpPr>
            <a:spLocks noGrp="1"/>
          </p:cNvSpPr>
          <p:nvPr>
            <p:ph type="body" idx="109" hasCustomPrompt="1"/>
          </p:nvPr>
        </p:nvSpPr>
        <p:spPr>
          <a:xfrm>
            <a:off x="4612538" y="4686300"/>
            <a:ext cx="2966618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24" name="card5_body"/>
          <p:cNvSpPr>
            <a:spLocks noGrp="1"/>
          </p:cNvSpPr>
          <p:nvPr>
            <p:ph type="body" idx="110" hasCustomPrompt="1"/>
          </p:nvPr>
        </p:nvSpPr>
        <p:spPr>
          <a:xfrm>
            <a:off x="4612538" y="5097780"/>
            <a:ext cx="2966618" cy="800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 sentence.</a:t>
            </a:r>
          </a:p>
        </p:txBody>
      </p:sp>
      <p:sp>
        <p:nvSpPr>
          <p:cNvPr id="25" name="Card"/>
          <p:cNvSpPr/>
          <p:nvPr userDrawn="1"/>
        </p:nvSpPr>
        <p:spPr>
          <a:xfrm>
            <a:off x="8127797" y="4000500"/>
            <a:ext cx="3515258" cy="2034540"/>
          </a:xfrm>
          <a:prstGeom prst="roundRect">
            <a:avLst>
              <a:gd name="adj" fmla="val 719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Tile"/>
          <p:cNvSpPr/>
          <p:nvPr userDrawn="1"/>
        </p:nvSpPr>
        <p:spPr>
          <a:xfrm>
            <a:off x="8402117" y="4293108"/>
            <a:ext cx="237744" cy="237744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card6_heading"/>
          <p:cNvSpPr>
            <a:spLocks noGrp="1"/>
          </p:cNvSpPr>
          <p:nvPr>
            <p:ph type="body" idx="111" hasCustomPrompt="1"/>
          </p:nvPr>
        </p:nvSpPr>
        <p:spPr>
          <a:xfrm>
            <a:off x="8402117" y="4686300"/>
            <a:ext cx="2966618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28" name="card6_body"/>
          <p:cNvSpPr>
            <a:spLocks noGrp="1"/>
          </p:cNvSpPr>
          <p:nvPr>
            <p:ph type="body" idx="112" hasCustomPrompt="1"/>
          </p:nvPr>
        </p:nvSpPr>
        <p:spPr>
          <a:xfrm>
            <a:off x="8402117" y="5097780"/>
            <a:ext cx="2966618" cy="800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 sentence.</a:t>
            </a:r>
          </a:p>
        </p:txBody>
      </p:sp>
      <p:sp>
        <p:nvSpPr>
          <p:cNvPr id="29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Stat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le"/>
          <p:cNvSpPr/>
          <p:nvPr userDrawn="1"/>
        </p:nvSpPr>
        <p:spPr>
          <a:xfrm>
            <a:off x="10780776" y="4343400"/>
            <a:ext cx="502920" cy="502920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ile"/>
          <p:cNvSpPr/>
          <p:nvPr userDrawn="1"/>
        </p:nvSpPr>
        <p:spPr>
          <a:xfrm>
            <a:off x="10168128" y="4956048"/>
            <a:ext cx="502920" cy="502920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ile"/>
          <p:cNvSpPr/>
          <p:nvPr userDrawn="1"/>
        </p:nvSpPr>
        <p:spPr>
          <a:xfrm>
            <a:off x="10780776" y="4956048"/>
            <a:ext cx="502920" cy="502920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le"/>
          <p:cNvSpPr/>
          <p:nvPr userDrawn="1"/>
        </p:nvSpPr>
        <p:spPr>
          <a:xfrm>
            <a:off x="9555480" y="5568696"/>
            <a:ext cx="502920" cy="502920"/>
          </a:xfrm>
          <a:prstGeom prst="roundRect">
            <a:avLst>
              <a:gd name="adj" fmla="val 13500"/>
            </a:avLst>
          </a:prstGeom>
          <a:noFill/>
          <a:ln w="15875">
            <a:solidFill>
              <a:schemeClr val="accent4">
                <a:alpha val="100000"/>
              </a:scheme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ile"/>
          <p:cNvSpPr/>
          <p:nvPr userDrawn="1"/>
        </p:nvSpPr>
        <p:spPr>
          <a:xfrm>
            <a:off x="10168128" y="5568696"/>
            <a:ext cx="1115568" cy="502920"/>
          </a:xfrm>
          <a:prstGeom prst="roundRect">
            <a:avLst>
              <a:gd name="adj" fmla="val 13500"/>
            </a:avLst>
          </a:prstGeom>
          <a:solidFill>
            <a:schemeClr val="accent4">
              <a:alpha val="22000"/>
            </a:schemeClr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137160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9" name="statement"/>
          <p:cNvSpPr>
            <a:spLocks noGrp="1"/>
          </p:cNvSpPr>
          <p:nvPr>
            <p:ph type="body" idx="101" hasCustomPrompt="1"/>
          </p:nvPr>
        </p:nvSpPr>
        <p:spPr>
          <a:xfrm>
            <a:off x="548640" y="1737360"/>
            <a:ext cx="8778240" cy="2651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40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One strong statement the audience must remember</a:t>
            </a:r>
          </a:p>
        </p:txBody>
      </p:sp>
      <p:sp>
        <p:nvSpPr>
          <p:cNvPr id="10" name="body"/>
          <p:cNvSpPr>
            <a:spLocks noGrp="1"/>
          </p:cNvSpPr>
          <p:nvPr>
            <p:ph type="body" idx="102" hasCustomPrompt="1"/>
          </p:nvPr>
        </p:nvSpPr>
        <p:spPr>
          <a:xfrm>
            <a:off x="548640" y="4572000"/>
            <a:ext cx="768096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One or two sentences of support</a:t>
            </a:r>
          </a:p>
        </p:txBody>
      </p:sp>
      <p:sp>
        <p:nvSpPr>
          <p:cNvPr id="11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Statement Acc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le"/>
          <p:cNvSpPr/>
          <p:nvPr userDrawn="1"/>
        </p:nvSpPr>
        <p:spPr>
          <a:xfrm>
            <a:off x="10780776" y="4343400"/>
            <a:ext cx="502920" cy="502920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ile"/>
          <p:cNvSpPr/>
          <p:nvPr userDrawn="1"/>
        </p:nvSpPr>
        <p:spPr>
          <a:xfrm>
            <a:off x="10168128" y="4956048"/>
            <a:ext cx="502920" cy="502920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ile"/>
          <p:cNvSpPr/>
          <p:nvPr userDrawn="1"/>
        </p:nvSpPr>
        <p:spPr>
          <a:xfrm>
            <a:off x="10780776" y="4956048"/>
            <a:ext cx="502920" cy="502920"/>
          </a:xfrm>
          <a:prstGeom prst="roundRect">
            <a:avLst>
              <a:gd name="adj" fmla="val 13500"/>
            </a:avLst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le"/>
          <p:cNvSpPr/>
          <p:nvPr userDrawn="1"/>
        </p:nvSpPr>
        <p:spPr>
          <a:xfrm>
            <a:off x="9555480" y="5568696"/>
            <a:ext cx="502920" cy="502920"/>
          </a:xfrm>
          <a:prstGeom prst="roundRect">
            <a:avLst>
              <a:gd name="adj" fmla="val 13500"/>
            </a:avLst>
          </a:prstGeom>
          <a:noFill/>
          <a:ln w="15875">
            <a:solidFill>
              <a:schemeClr val="accent4">
                <a:alpha val="70000"/>
              </a:scheme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ile"/>
          <p:cNvSpPr/>
          <p:nvPr userDrawn="1"/>
        </p:nvSpPr>
        <p:spPr>
          <a:xfrm>
            <a:off x="10168128" y="5568696"/>
            <a:ext cx="1115568" cy="502920"/>
          </a:xfrm>
          <a:prstGeom prst="roundRect">
            <a:avLst>
              <a:gd name="adj" fmla="val 13500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137160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9" name="statement"/>
          <p:cNvSpPr>
            <a:spLocks noGrp="1"/>
          </p:cNvSpPr>
          <p:nvPr>
            <p:ph type="body" idx="101" hasCustomPrompt="1"/>
          </p:nvPr>
        </p:nvSpPr>
        <p:spPr>
          <a:xfrm>
            <a:off x="548640" y="1737360"/>
            <a:ext cx="8778240" cy="2651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4000" b="1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One strong statement the audience must remember</a:t>
            </a:r>
          </a:p>
        </p:txBody>
      </p:sp>
      <p:sp>
        <p:nvSpPr>
          <p:cNvPr id="10" name="body"/>
          <p:cNvSpPr>
            <a:spLocks noGrp="1"/>
          </p:cNvSpPr>
          <p:nvPr>
            <p:ph type="body" idx="102" hasCustomPrompt="1"/>
          </p:nvPr>
        </p:nvSpPr>
        <p:spPr>
          <a:xfrm>
            <a:off x="548640" y="4572000"/>
            <a:ext cx="768096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0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One or two sentences of support</a:t>
            </a:r>
          </a:p>
        </p:txBody>
      </p:sp>
      <p:sp>
        <p:nvSpPr>
          <p:cNvPr id="11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bg1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coration"/>
          <p:cNvSpPr txBox="1"/>
          <p:nvPr userDrawn="1"/>
        </p:nvSpPr>
        <p:spPr>
          <a:xfrm>
            <a:off x="914400" y="868680"/>
            <a:ext cx="1371600" cy="1463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6000" b="1" dirty="0">
                <a:solidFill>
                  <a:schemeClr val="accent4"/>
                </a:solidFill>
              </a:rPr>
              <a:t>“</a:t>
            </a:r>
          </a:p>
        </p:txBody>
      </p:sp>
      <p:sp>
        <p:nvSpPr>
          <p:cNvPr id="4" name="quote"/>
          <p:cNvSpPr>
            <a:spLocks noGrp="1"/>
          </p:cNvSpPr>
          <p:nvPr>
            <p:ph type="body" idx="101" hasCustomPrompt="1"/>
          </p:nvPr>
        </p:nvSpPr>
        <p:spPr>
          <a:xfrm>
            <a:off x="1463040" y="1828800"/>
            <a:ext cx="9326880" cy="2651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 b="0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Quotation, at most about 180 characters</a:t>
            </a:r>
          </a:p>
        </p:txBody>
      </p:sp>
      <p:sp>
        <p:nvSpPr>
          <p:cNvPr id="5" name="attribution"/>
          <p:cNvSpPr>
            <a:spLocks noGrp="1"/>
          </p:cNvSpPr>
          <p:nvPr>
            <p:ph type="body" idx="102" hasCustomPrompt="1"/>
          </p:nvPr>
        </p:nvSpPr>
        <p:spPr>
          <a:xfrm>
            <a:off x="1463040" y="4709160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1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Name, role</a:t>
            </a:r>
          </a:p>
        </p:txBody>
      </p:sp>
      <p:sp>
        <p:nvSpPr>
          <p:cNvPr id="6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Quot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coration"/>
          <p:cNvSpPr/>
          <p:nvPr userDrawn="1"/>
        </p:nvSpPr>
        <p:spPr>
          <a:xfrm>
            <a:off x="548640" y="548640"/>
            <a:ext cx="4206240" cy="5760720"/>
          </a:xfrm>
          <a:prstGeom prst="roundRect">
            <a:avLst>
              <a:gd name="adj" fmla="val 4347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image"/>
          <p:cNvSpPr>
            <a:spLocks noGrp="1"/>
          </p:cNvSpPr>
          <p:nvPr>
            <p:ph type="pic" idx="103" hasCustomPrompt="1"/>
          </p:nvPr>
        </p:nvSpPr>
        <p:spPr>
          <a:xfrm>
            <a:off x="548640" y="548640"/>
            <a:ext cx="4206240" cy="5760720"/>
          </a:xfrm>
          <a:prstGeom prst="roundRect">
            <a:avLst>
              <a:gd name="adj" fmla="val 4347"/>
            </a:avLst>
          </a:prstGeom>
          <a:noFill/>
        </p:spPr>
        <p:txBody>
          <a:bodyPr lIns="182880" tIns="182880" rIns="182880" bIns="182880" rtlCol="0"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Portrait · 4.6 × 6.3 in (≈ 3:4)</a:t>
            </a:r>
          </a:p>
        </p:txBody>
      </p:sp>
      <p:sp>
        <p:nvSpPr>
          <p:cNvPr id="5" name="Decoration"/>
          <p:cNvSpPr txBox="1"/>
          <p:nvPr userDrawn="1"/>
        </p:nvSpPr>
        <p:spPr>
          <a:xfrm>
            <a:off x="5349240" y="868680"/>
            <a:ext cx="1371600" cy="1463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4000" b="1" dirty="0">
                <a:solidFill>
                  <a:schemeClr val="accent4"/>
                </a:solidFill>
              </a:rPr>
              <a:t>“</a:t>
            </a:r>
          </a:p>
        </p:txBody>
      </p:sp>
      <p:sp>
        <p:nvSpPr>
          <p:cNvPr id="6" name="quote"/>
          <p:cNvSpPr>
            <a:spLocks noGrp="1"/>
          </p:cNvSpPr>
          <p:nvPr>
            <p:ph type="body" idx="101" hasCustomPrompt="1"/>
          </p:nvPr>
        </p:nvSpPr>
        <p:spPr>
          <a:xfrm>
            <a:off x="5760720" y="1828800"/>
            <a:ext cx="5879592" cy="274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Quotation, at most about 160 characters</a:t>
            </a:r>
          </a:p>
        </p:txBody>
      </p:sp>
      <p:sp>
        <p:nvSpPr>
          <p:cNvPr id="7" name="attribution"/>
          <p:cNvSpPr>
            <a:spLocks noGrp="1"/>
          </p:cNvSpPr>
          <p:nvPr>
            <p:ph type="body" idx="102" hasCustomPrompt="1"/>
          </p:nvPr>
        </p:nvSpPr>
        <p:spPr>
          <a:xfrm>
            <a:off x="5760720" y="4800600"/>
            <a:ext cx="5879592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1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Name, role</a:t>
            </a:r>
          </a:p>
        </p:txBody>
      </p:sp>
      <p:sp>
        <p:nvSpPr>
          <p:cNvPr id="8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Content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676656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body"/>
          <p:cNvSpPr>
            <a:spLocks noGrp="1"/>
          </p:cNvSpPr>
          <p:nvPr>
            <p:ph type="body" idx="101" hasCustomPrompt="1"/>
          </p:nvPr>
        </p:nvSpPr>
        <p:spPr>
          <a:xfrm>
            <a:off x="548640" y="1691640"/>
            <a:ext cx="5486400" cy="434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292608" indent="-292608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ct val="70000"/>
              <a:buFont typeface="Arial"/>
              <a:buChar char="■"/>
              <a:defRPr sz="1600" b="0" dirty="0">
                <a:solidFill>
                  <a:schemeClr val="tx1"/>
                </a:solidFill>
              </a:defRPr>
            </a:lvl1pPr>
            <a:lvl2pPr marL="640080" indent="-256032">
              <a:lnSpc>
                <a:spcPct val="110000"/>
              </a:lnSpc>
              <a:spcAft>
                <a:spcPts val="1000"/>
              </a:spcAft>
              <a:buClr>
                <a:schemeClr val="accent3"/>
              </a:buClr>
              <a:buFont typeface="Arial"/>
              <a:buChar char="–"/>
              <a:defRPr sz="1400" b="0">
                <a:solidFill>
                  <a:schemeClr val="accent3"/>
                </a:solidFill>
              </a:defRPr>
            </a:lvl2pPr>
          </a:lstStyle>
          <a:p>
            <a:r>
              <a:rPr lang="en-US" dirty="0"/>
              <a:t>Bullet point</a:t>
            </a:r>
          </a:p>
        </p:txBody>
      </p:sp>
      <p:sp>
        <p:nvSpPr>
          <p:cNvPr id="6" name="Decoration"/>
          <p:cNvSpPr/>
          <p:nvPr userDrawn="1"/>
        </p:nvSpPr>
        <p:spPr>
          <a:xfrm>
            <a:off x="6629400" y="548640"/>
            <a:ext cx="5013655" cy="5760720"/>
          </a:xfrm>
          <a:prstGeom prst="roundRect">
            <a:avLst>
              <a:gd name="adj" fmla="val 3647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image"/>
          <p:cNvSpPr>
            <a:spLocks noGrp="1"/>
          </p:cNvSpPr>
          <p:nvPr>
            <p:ph type="pic" idx="103" hasCustomPrompt="1"/>
          </p:nvPr>
        </p:nvSpPr>
        <p:spPr>
          <a:xfrm>
            <a:off x="6629400" y="548640"/>
            <a:ext cx="5013655" cy="5760720"/>
          </a:xfrm>
          <a:prstGeom prst="roundRect">
            <a:avLst>
              <a:gd name="adj" fmla="val 3647"/>
            </a:avLst>
          </a:prstGeom>
          <a:noFill/>
        </p:spPr>
        <p:txBody>
          <a:bodyPr lIns="182880" tIns="182880" rIns="182880" bIns="182880" rtlCol="0"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Image · 5.48 × 6.3 in (≈ 7:8)</a:t>
            </a:r>
          </a:p>
        </p:txBody>
      </p:sp>
      <p:sp>
        <p:nvSpPr>
          <p:cNvPr id="8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Image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coration"/>
          <p:cNvSpPr/>
          <p:nvPr userDrawn="1"/>
        </p:nvSpPr>
        <p:spPr>
          <a:xfrm>
            <a:off x="548640" y="548640"/>
            <a:ext cx="5013655" cy="5760720"/>
          </a:xfrm>
          <a:prstGeom prst="roundRect">
            <a:avLst>
              <a:gd name="adj" fmla="val 3647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image"/>
          <p:cNvSpPr>
            <a:spLocks noGrp="1"/>
          </p:cNvSpPr>
          <p:nvPr>
            <p:ph type="pic" idx="103" hasCustomPrompt="1"/>
          </p:nvPr>
        </p:nvSpPr>
        <p:spPr>
          <a:xfrm>
            <a:off x="548640" y="548640"/>
            <a:ext cx="5013655" cy="5760720"/>
          </a:xfrm>
          <a:prstGeom prst="roundRect">
            <a:avLst>
              <a:gd name="adj" fmla="val 3647"/>
            </a:avLst>
          </a:prstGeom>
          <a:noFill/>
        </p:spPr>
        <p:txBody>
          <a:bodyPr lIns="182880" tIns="182880" rIns="182880" bIns="182880" rtlCol="0"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Image · 5.48 × 6.3 in (≈ 7:8)</a:t>
            </a:r>
          </a:p>
        </p:txBody>
      </p:sp>
      <p:sp>
        <p:nvSpPr>
          <p:cNvPr id="5" name="kicker"/>
          <p:cNvSpPr>
            <a:spLocks noGrp="1"/>
          </p:cNvSpPr>
          <p:nvPr>
            <p:ph type="body" idx="90" hasCustomPrompt="1"/>
          </p:nvPr>
        </p:nvSpPr>
        <p:spPr>
          <a:xfrm>
            <a:off x="6156655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6" name="title"/>
          <p:cNvSpPr>
            <a:spLocks noGrp="1"/>
          </p:cNvSpPr>
          <p:nvPr>
            <p:ph type="title" idx="100" hasCustomPrompt="1"/>
          </p:nvPr>
        </p:nvSpPr>
        <p:spPr>
          <a:xfrm>
            <a:off x="6156655" y="676656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7" name="body"/>
          <p:cNvSpPr>
            <a:spLocks noGrp="1"/>
          </p:cNvSpPr>
          <p:nvPr>
            <p:ph type="body" idx="101" hasCustomPrompt="1"/>
          </p:nvPr>
        </p:nvSpPr>
        <p:spPr>
          <a:xfrm>
            <a:off x="6156655" y="1691640"/>
            <a:ext cx="5486400" cy="434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292608" indent="-292608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ct val="70000"/>
              <a:buFont typeface="Arial"/>
              <a:buChar char="■"/>
              <a:defRPr sz="1600" b="0" dirty="0">
                <a:solidFill>
                  <a:schemeClr val="tx1"/>
                </a:solidFill>
              </a:defRPr>
            </a:lvl1pPr>
            <a:lvl2pPr marL="640080" indent="-256032">
              <a:lnSpc>
                <a:spcPct val="110000"/>
              </a:lnSpc>
              <a:spcAft>
                <a:spcPts val="1000"/>
              </a:spcAft>
              <a:buClr>
                <a:schemeClr val="accent3"/>
              </a:buClr>
              <a:buFont typeface="Arial"/>
              <a:buChar char="–"/>
              <a:defRPr sz="1400" b="0">
                <a:solidFill>
                  <a:schemeClr val="accent3"/>
                </a:solidFill>
              </a:defRPr>
            </a:lvl2pPr>
          </a:lstStyle>
          <a:p>
            <a:r>
              <a:rPr lang="en-US" dirty="0"/>
              <a:t>Bullet point</a:t>
            </a:r>
          </a:p>
        </p:txBody>
      </p:sp>
      <p:sp>
        <p:nvSpPr>
          <p:cNvPr id="8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Full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age"/>
          <p:cNvSpPr>
            <a:spLocks noGrp="1"/>
          </p:cNvSpPr>
          <p:nvPr>
            <p:ph type="pic" idx="103" hasCustomPrompt="1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182880" tIns="182880" rIns="182880" bIns="182880" rtlCol="0"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Image · full bleed 13.33 × 7.5 in (16:9)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3886200"/>
            <a:ext cx="6035040" cy="1325880"/>
          </a:xfrm>
          <a:prstGeom prst="rect">
            <a:avLst/>
          </a:prstGeom>
          <a:solidFill>
            <a:schemeClr val="tx2"/>
          </a:solidFill>
        </p:spPr>
        <p:txBody>
          <a:bodyPr wrap="square" lIns="320040" tIns="274320" rIns="320040" bIns="73152" rtlCol="0" anchor="b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Caption title</a:t>
            </a:r>
          </a:p>
        </p:txBody>
      </p:sp>
      <p:sp>
        <p:nvSpPr>
          <p:cNvPr id="5" name="body"/>
          <p:cNvSpPr>
            <a:spLocks noGrp="1"/>
          </p:cNvSpPr>
          <p:nvPr>
            <p:ph type="body" idx="101" hasCustomPrompt="1"/>
          </p:nvPr>
        </p:nvSpPr>
        <p:spPr>
          <a:xfrm>
            <a:off x="548640" y="5212080"/>
            <a:ext cx="6035040" cy="1097280"/>
          </a:xfrm>
          <a:prstGeom prst="rect">
            <a:avLst/>
          </a:prstGeom>
          <a:solidFill>
            <a:schemeClr val="tx2"/>
          </a:solidFill>
        </p:spPr>
        <p:txBody>
          <a:bodyPr wrap="square" lIns="320040" tIns="54864" rIns="320040" bIns="27432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 dirty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One or two sentences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Two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Decoration"/>
          <p:cNvSpPr/>
          <p:nvPr userDrawn="1"/>
        </p:nvSpPr>
        <p:spPr>
          <a:xfrm>
            <a:off x="548640" y="1691640"/>
            <a:ext cx="5364328" cy="329184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image1"/>
          <p:cNvSpPr>
            <a:spLocks noGrp="1"/>
          </p:cNvSpPr>
          <p:nvPr>
            <p:ph type="pic" idx="101" hasCustomPrompt="1"/>
          </p:nvPr>
        </p:nvSpPr>
        <p:spPr>
          <a:xfrm>
            <a:off x="548640" y="1691640"/>
            <a:ext cx="5364328" cy="3291840"/>
          </a:xfrm>
          <a:prstGeom prst="roundRect">
            <a:avLst>
              <a:gd name="adj" fmla="val 4444"/>
            </a:avLst>
          </a:prstGeom>
          <a:noFill/>
        </p:spPr>
        <p:txBody>
          <a:bodyPr lIns="182880" tIns="182880" rIns="182880" bIns="182880" rtlCol="0"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Image · 5.87 × 3.6 in (≈ 16:10)</a:t>
            </a:r>
          </a:p>
        </p:txBody>
      </p:sp>
      <p:sp>
        <p:nvSpPr>
          <p:cNvPr id="7" name="image1_title"/>
          <p:cNvSpPr>
            <a:spLocks noGrp="1"/>
          </p:cNvSpPr>
          <p:nvPr>
            <p:ph type="body" idx="102" hasCustomPrompt="1"/>
          </p:nvPr>
        </p:nvSpPr>
        <p:spPr>
          <a:xfrm>
            <a:off x="548640" y="5166360"/>
            <a:ext cx="536432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Caption title</a:t>
            </a:r>
          </a:p>
        </p:txBody>
      </p:sp>
      <p:sp>
        <p:nvSpPr>
          <p:cNvPr id="8" name="image1_caption"/>
          <p:cNvSpPr>
            <a:spLocks noGrp="1"/>
          </p:cNvSpPr>
          <p:nvPr>
            <p:ph type="body" idx="103" hasCustomPrompt="1"/>
          </p:nvPr>
        </p:nvSpPr>
        <p:spPr>
          <a:xfrm>
            <a:off x="548640" y="5532120"/>
            <a:ext cx="5364328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Caption</a:t>
            </a:r>
          </a:p>
        </p:txBody>
      </p:sp>
      <p:sp>
        <p:nvSpPr>
          <p:cNvPr id="9" name="Decoration"/>
          <p:cNvSpPr/>
          <p:nvPr userDrawn="1"/>
        </p:nvSpPr>
        <p:spPr>
          <a:xfrm>
            <a:off x="6278728" y="1691640"/>
            <a:ext cx="5364328" cy="329184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image2"/>
          <p:cNvSpPr>
            <a:spLocks noGrp="1"/>
          </p:cNvSpPr>
          <p:nvPr>
            <p:ph type="pic" idx="104" hasCustomPrompt="1"/>
          </p:nvPr>
        </p:nvSpPr>
        <p:spPr>
          <a:xfrm>
            <a:off x="6278728" y="1691640"/>
            <a:ext cx="5364328" cy="3291840"/>
          </a:xfrm>
          <a:prstGeom prst="roundRect">
            <a:avLst>
              <a:gd name="adj" fmla="val 4444"/>
            </a:avLst>
          </a:prstGeom>
          <a:noFill/>
        </p:spPr>
        <p:txBody>
          <a:bodyPr lIns="182880" tIns="182880" rIns="182880" bIns="182880" rtlCol="0"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Image · 5.87 × 3.6 in (≈ 16:10)</a:t>
            </a:r>
          </a:p>
        </p:txBody>
      </p:sp>
      <p:sp>
        <p:nvSpPr>
          <p:cNvPr id="11" name="image2_title"/>
          <p:cNvSpPr>
            <a:spLocks noGrp="1"/>
          </p:cNvSpPr>
          <p:nvPr>
            <p:ph type="body" idx="105" hasCustomPrompt="1"/>
          </p:nvPr>
        </p:nvSpPr>
        <p:spPr>
          <a:xfrm>
            <a:off x="6278728" y="5166360"/>
            <a:ext cx="536432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Caption title</a:t>
            </a:r>
          </a:p>
        </p:txBody>
      </p:sp>
      <p:sp>
        <p:nvSpPr>
          <p:cNvPr id="12" name="image2_caption"/>
          <p:cNvSpPr>
            <a:spLocks noGrp="1"/>
          </p:cNvSpPr>
          <p:nvPr>
            <p:ph type="body" idx="106" hasCustomPrompt="1"/>
          </p:nvPr>
        </p:nvSpPr>
        <p:spPr>
          <a:xfrm>
            <a:off x="6278728" y="5532120"/>
            <a:ext cx="5364328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Caption</a:t>
            </a:r>
          </a:p>
        </p:txBody>
      </p:sp>
      <p:sp>
        <p:nvSpPr>
          <p:cNvPr id="13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Three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Decoration"/>
          <p:cNvSpPr/>
          <p:nvPr userDrawn="1"/>
        </p:nvSpPr>
        <p:spPr>
          <a:xfrm>
            <a:off x="548640" y="1691640"/>
            <a:ext cx="3484778" cy="27432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image1"/>
          <p:cNvSpPr>
            <a:spLocks noGrp="1"/>
          </p:cNvSpPr>
          <p:nvPr>
            <p:ph type="pic" idx="101" hasCustomPrompt="1"/>
          </p:nvPr>
        </p:nvSpPr>
        <p:spPr>
          <a:xfrm>
            <a:off x="548640" y="1691640"/>
            <a:ext cx="3484778" cy="2743200"/>
          </a:xfrm>
          <a:prstGeom prst="roundRect">
            <a:avLst>
              <a:gd name="adj" fmla="val 4848"/>
            </a:avLst>
          </a:prstGeom>
          <a:noFill/>
        </p:spPr>
        <p:txBody>
          <a:bodyPr lIns="182880" tIns="182880" rIns="182880" bIns="182880" rtlCol="0"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Image · 3.81 × 3.3 in (≈ 7:6)</a:t>
            </a:r>
          </a:p>
        </p:txBody>
      </p:sp>
      <p:sp>
        <p:nvSpPr>
          <p:cNvPr id="7" name="image1_title"/>
          <p:cNvSpPr>
            <a:spLocks noGrp="1"/>
          </p:cNvSpPr>
          <p:nvPr>
            <p:ph type="body" idx="102" hasCustomPrompt="1"/>
          </p:nvPr>
        </p:nvSpPr>
        <p:spPr>
          <a:xfrm>
            <a:off x="548640" y="4617720"/>
            <a:ext cx="348477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Caption title</a:t>
            </a:r>
          </a:p>
        </p:txBody>
      </p:sp>
      <p:sp>
        <p:nvSpPr>
          <p:cNvPr id="8" name="image1_caption"/>
          <p:cNvSpPr>
            <a:spLocks noGrp="1"/>
          </p:cNvSpPr>
          <p:nvPr>
            <p:ph type="body" idx="103" hasCustomPrompt="1"/>
          </p:nvPr>
        </p:nvSpPr>
        <p:spPr>
          <a:xfrm>
            <a:off x="548640" y="4983480"/>
            <a:ext cx="3484778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Caption</a:t>
            </a:r>
          </a:p>
        </p:txBody>
      </p:sp>
      <p:sp>
        <p:nvSpPr>
          <p:cNvPr id="9" name="Decoration"/>
          <p:cNvSpPr/>
          <p:nvPr userDrawn="1"/>
        </p:nvSpPr>
        <p:spPr>
          <a:xfrm>
            <a:off x="4353458" y="1691640"/>
            <a:ext cx="3484778" cy="27432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image2"/>
          <p:cNvSpPr>
            <a:spLocks noGrp="1"/>
          </p:cNvSpPr>
          <p:nvPr>
            <p:ph type="pic" idx="104" hasCustomPrompt="1"/>
          </p:nvPr>
        </p:nvSpPr>
        <p:spPr>
          <a:xfrm>
            <a:off x="4353458" y="1691640"/>
            <a:ext cx="3484778" cy="2743200"/>
          </a:xfrm>
          <a:prstGeom prst="roundRect">
            <a:avLst>
              <a:gd name="adj" fmla="val 4848"/>
            </a:avLst>
          </a:prstGeom>
          <a:noFill/>
        </p:spPr>
        <p:txBody>
          <a:bodyPr lIns="182880" tIns="182880" rIns="182880" bIns="182880" rtlCol="0"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Image · 3.81 × 3.3 in (≈ 7:6)</a:t>
            </a:r>
          </a:p>
        </p:txBody>
      </p:sp>
      <p:sp>
        <p:nvSpPr>
          <p:cNvPr id="11" name="image2_title"/>
          <p:cNvSpPr>
            <a:spLocks noGrp="1"/>
          </p:cNvSpPr>
          <p:nvPr>
            <p:ph type="body" idx="105" hasCustomPrompt="1"/>
          </p:nvPr>
        </p:nvSpPr>
        <p:spPr>
          <a:xfrm>
            <a:off x="4353458" y="4617720"/>
            <a:ext cx="348477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Caption title</a:t>
            </a:r>
          </a:p>
        </p:txBody>
      </p:sp>
      <p:sp>
        <p:nvSpPr>
          <p:cNvPr id="12" name="image2_caption"/>
          <p:cNvSpPr>
            <a:spLocks noGrp="1"/>
          </p:cNvSpPr>
          <p:nvPr>
            <p:ph type="body" idx="106" hasCustomPrompt="1"/>
          </p:nvPr>
        </p:nvSpPr>
        <p:spPr>
          <a:xfrm>
            <a:off x="4353458" y="4983480"/>
            <a:ext cx="3484778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Caption</a:t>
            </a:r>
          </a:p>
        </p:txBody>
      </p:sp>
      <p:sp>
        <p:nvSpPr>
          <p:cNvPr id="13" name="Decoration"/>
          <p:cNvSpPr/>
          <p:nvPr userDrawn="1"/>
        </p:nvSpPr>
        <p:spPr>
          <a:xfrm>
            <a:off x="8158277" y="1691640"/>
            <a:ext cx="3484778" cy="27432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image3"/>
          <p:cNvSpPr>
            <a:spLocks noGrp="1"/>
          </p:cNvSpPr>
          <p:nvPr>
            <p:ph type="pic" idx="107" hasCustomPrompt="1"/>
          </p:nvPr>
        </p:nvSpPr>
        <p:spPr>
          <a:xfrm>
            <a:off x="8158277" y="1691640"/>
            <a:ext cx="3484778" cy="2743200"/>
          </a:xfrm>
          <a:prstGeom prst="roundRect">
            <a:avLst>
              <a:gd name="adj" fmla="val 4848"/>
            </a:avLst>
          </a:prstGeom>
          <a:noFill/>
        </p:spPr>
        <p:txBody>
          <a:bodyPr lIns="182880" tIns="182880" rIns="182880" bIns="182880" rtlCol="0"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Image · 3.81 × 3.3 in (≈ 7:6)</a:t>
            </a:r>
          </a:p>
        </p:txBody>
      </p:sp>
      <p:sp>
        <p:nvSpPr>
          <p:cNvPr id="15" name="image3_title"/>
          <p:cNvSpPr>
            <a:spLocks noGrp="1"/>
          </p:cNvSpPr>
          <p:nvPr>
            <p:ph type="body" idx="108" hasCustomPrompt="1"/>
          </p:nvPr>
        </p:nvSpPr>
        <p:spPr>
          <a:xfrm>
            <a:off x="8158277" y="4617720"/>
            <a:ext cx="348477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Caption title</a:t>
            </a:r>
          </a:p>
        </p:txBody>
      </p:sp>
      <p:sp>
        <p:nvSpPr>
          <p:cNvPr id="16" name="image3_caption"/>
          <p:cNvSpPr>
            <a:spLocks noGrp="1"/>
          </p:cNvSpPr>
          <p:nvPr>
            <p:ph type="body" idx="109" hasCustomPrompt="1"/>
          </p:nvPr>
        </p:nvSpPr>
        <p:spPr>
          <a:xfrm>
            <a:off x="8158277" y="4983480"/>
            <a:ext cx="3484778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Caption</a:t>
            </a:r>
          </a:p>
        </p:txBody>
      </p:sp>
      <p:sp>
        <p:nvSpPr>
          <p:cNvPr id="17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Screensho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Decoration"/>
          <p:cNvSpPr/>
          <p:nvPr userDrawn="1"/>
        </p:nvSpPr>
        <p:spPr>
          <a:xfrm>
            <a:off x="548640" y="1691640"/>
            <a:ext cx="7543800" cy="4343400"/>
          </a:xfrm>
          <a:prstGeom prst="roundRect">
            <a:avLst>
              <a:gd name="adj" fmla="val 3368"/>
            </a:avLst>
          </a:prstGeom>
          <a:solidFill>
            <a:schemeClr val="bg2"/>
          </a:solidFill>
          <a:ln w="9525">
            <a:solidFill>
              <a:schemeClr val="accent4">
                <a:alpha val="60000"/>
              </a:scheme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Decoration"/>
          <p:cNvSpPr/>
          <p:nvPr userDrawn="1"/>
        </p:nvSpPr>
        <p:spPr>
          <a:xfrm>
            <a:off x="777240" y="1828800"/>
            <a:ext cx="109728" cy="1097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Decoration"/>
          <p:cNvSpPr/>
          <p:nvPr userDrawn="1"/>
        </p:nvSpPr>
        <p:spPr>
          <a:xfrm>
            <a:off x="978408" y="1828800"/>
            <a:ext cx="109728" cy="10972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Decoration"/>
          <p:cNvSpPr/>
          <p:nvPr userDrawn="1"/>
        </p:nvSpPr>
        <p:spPr>
          <a:xfrm>
            <a:off x="1179576" y="1828800"/>
            <a:ext cx="109728" cy="1097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Decoration"/>
          <p:cNvSpPr/>
          <p:nvPr userDrawn="1"/>
        </p:nvSpPr>
        <p:spPr>
          <a:xfrm>
            <a:off x="1554480" y="1792224"/>
            <a:ext cx="2926080" cy="1828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image"/>
          <p:cNvSpPr>
            <a:spLocks noGrp="1"/>
          </p:cNvSpPr>
          <p:nvPr>
            <p:ph type="pic" idx="103" hasCustomPrompt="1"/>
          </p:nvPr>
        </p:nvSpPr>
        <p:spPr>
          <a:xfrm>
            <a:off x="685800" y="2103120"/>
            <a:ext cx="7269480" cy="3794760"/>
          </a:xfrm>
          <a:prstGeom prst="rect">
            <a:avLst/>
          </a:prstGeom>
          <a:noFill/>
        </p:spPr>
        <p:txBody>
          <a:bodyPr lIns="182880" tIns="182880" rIns="182880" bIns="182880" rtlCol="0"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Screenshot · 7.95 × 4.15 in (≈ 1.9:1)</a:t>
            </a:r>
          </a:p>
        </p:txBody>
      </p:sp>
      <p:sp>
        <p:nvSpPr>
          <p:cNvPr id="11" name="body"/>
          <p:cNvSpPr>
            <a:spLocks noGrp="1"/>
          </p:cNvSpPr>
          <p:nvPr>
            <p:ph type="body" idx="101" hasCustomPrompt="1"/>
          </p:nvPr>
        </p:nvSpPr>
        <p:spPr>
          <a:xfrm>
            <a:off x="8458200" y="1691640"/>
            <a:ext cx="3184855" cy="434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502920" indent="-50292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6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Callout</a:t>
            </a:r>
          </a:p>
        </p:txBody>
      </p:sp>
      <p:sp>
        <p:nvSpPr>
          <p:cNvPr id="12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Key Fig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ard"/>
          <p:cNvSpPr/>
          <p:nvPr userDrawn="1"/>
        </p:nvSpPr>
        <p:spPr>
          <a:xfrm>
            <a:off x="548640" y="1691640"/>
            <a:ext cx="3484778" cy="3566160"/>
          </a:xfrm>
          <a:prstGeom prst="roundRect">
            <a:avLst>
              <a:gd name="adj" fmla="val 4198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le"/>
          <p:cNvSpPr/>
          <p:nvPr userDrawn="1"/>
        </p:nvSpPr>
        <p:spPr>
          <a:xfrm>
            <a:off x="868680" y="2057400"/>
            <a:ext cx="237744" cy="237744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stat1_value"/>
          <p:cNvSpPr>
            <a:spLocks noGrp="1"/>
          </p:cNvSpPr>
          <p:nvPr>
            <p:ph type="body" idx="102" hasCustomPrompt="1"/>
          </p:nvPr>
        </p:nvSpPr>
        <p:spPr>
          <a:xfrm>
            <a:off x="868680" y="2468880"/>
            <a:ext cx="2844698" cy="118872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 b="1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42%</a:t>
            </a:r>
          </a:p>
        </p:txBody>
      </p:sp>
      <p:sp>
        <p:nvSpPr>
          <p:cNvPr id="8" name="stat1_label"/>
          <p:cNvSpPr>
            <a:spLocks noGrp="1"/>
          </p:cNvSpPr>
          <p:nvPr>
            <p:ph type="body" idx="103" hasCustomPrompt="1"/>
          </p:nvPr>
        </p:nvSpPr>
        <p:spPr>
          <a:xfrm>
            <a:off x="868680" y="3794760"/>
            <a:ext cx="2844698" cy="1280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What the number measures</a:t>
            </a:r>
          </a:p>
        </p:txBody>
      </p:sp>
      <p:sp>
        <p:nvSpPr>
          <p:cNvPr id="9" name="Card"/>
          <p:cNvSpPr/>
          <p:nvPr userDrawn="1"/>
        </p:nvSpPr>
        <p:spPr>
          <a:xfrm>
            <a:off x="4353458" y="1691640"/>
            <a:ext cx="3484778" cy="3566160"/>
          </a:xfrm>
          <a:prstGeom prst="roundRect">
            <a:avLst>
              <a:gd name="adj" fmla="val 4198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Tile"/>
          <p:cNvSpPr/>
          <p:nvPr userDrawn="1"/>
        </p:nvSpPr>
        <p:spPr>
          <a:xfrm>
            <a:off x="4673498" y="2057400"/>
            <a:ext cx="237744" cy="237744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stat2_value"/>
          <p:cNvSpPr>
            <a:spLocks noGrp="1"/>
          </p:cNvSpPr>
          <p:nvPr>
            <p:ph type="body" idx="105" hasCustomPrompt="1"/>
          </p:nvPr>
        </p:nvSpPr>
        <p:spPr>
          <a:xfrm>
            <a:off x="4673498" y="2468880"/>
            <a:ext cx="2844698" cy="118872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 b="1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42%</a:t>
            </a:r>
          </a:p>
        </p:txBody>
      </p:sp>
      <p:sp>
        <p:nvSpPr>
          <p:cNvPr id="12" name="stat2_label"/>
          <p:cNvSpPr>
            <a:spLocks noGrp="1"/>
          </p:cNvSpPr>
          <p:nvPr>
            <p:ph type="body" idx="106" hasCustomPrompt="1"/>
          </p:nvPr>
        </p:nvSpPr>
        <p:spPr>
          <a:xfrm>
            <a:off x="4673498" y="3794760"/>
            <a:ext cx="2844698" cy="1280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What the number measures</a:t>
            </a:r>
          </a:p>
        </p:txBody>
      </p:sp>
      <p:sp>
        <p:nvSpPr>
          <p:cNvPr id="13" name="Card"/>
          <p:cNvSpPr/>
          <p:nvPr userDrawn="1"/>
        </p:nvSpPr>
        <p:spPr>
          <a:xfrm>
            <a:off x="8158277" y="1691640"/>
            <a:ext cx="3484778" cy="3566160"/>
          </a:xfrm>
          <a:prstGeom prst="roundRect">
            <a:avLst>
              <a:gd name="adj" fmla="val 4198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Tile"/>
          <p:cNvSpPr/>
          <p:nvPr userDrawn="1"/>
        </p:nvSpPr>
        <p:spPr>
          <a:xfrm>
            <a:off x="8478317" y="2057400"/>
            <a:ext cx="237744" cy="237744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stat3_value"/>
          <p:cNvSpPr>
            <a:spLocks noGrp="1"/>
          </p:cNvSpPr>
          <p:nvPr>
            <p:ph type="body" idx="108" hasCustomPrompt="1"/>
          </p:nvPr>
        </p:nvSpPr>
        <p:spPr>
          <a:xfrm>
            <a:off x="8478317" y="2468880"/>
            <a:ext cx="2844698" cy="118872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 b="1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42%</a:t>
            </a:r>
          </a:p>
        </p:txBody>
      </p:sp>
      <p:sp>
        <p:nvSpPr>
          <p:cNvPr id="16" name="stat3_label"/>
          <p:cNvSpPr>
            <a:spLocks noGrp="1"/>
          </p:cNvSpPr>
          <p:nvPr>
            <p:ph type="body" idx="109" hasCustomPrompt="1"/>
          </p:nvPr>
        </p:nvSpPr>
        <p:spPr>
          <a:xfrm>
            <a:off x="8478317" y="3794760"/>
            <a:ext cx="2844698" cy="1280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What the number measures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0" hasCustomPrompt="1"/>
          </p:nvPr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Source or footnote</a:t>
            </a:r>
          </a:p>
        </p:txBody>
      </p:sp>
      <p:sp>
        <p:nvSpPr>
          <p:cNvPr id="18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Key Figures Fou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ard"/>
          <p:cNvSpPr/>
          <p:nvPr userDrawn="1"/>
        </p:nvSpPr>
        <p:spPr>
          <a:xfrm>
            <a:off x="548640" y="1691640"/>
            <a:ext cx="2567864" cy="3566160"/>
          </a:xfrm>
          <a:prstGeom prst="roundRect">
            <a:avLst>
              <a:gd name="adj" fmla="val 5697"/>
            </a:avLst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stat1_value"/>
          <p:cNvSpPr>
            <a:spLocks noGrp="1"/>
          </p:cNvSpPr>
          <p:nvPr>
            <p:ph type="body" idx="102" hasCustomPrompt="1"/>
          </p:nvPr>
        </p:nvSpPr>
        <p:spPr>
          <a:xfrm>
            <a:off x="822960" y="2103120"/>
            <a:ext cx="2019224" cy="109728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 b="1" dirty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42%</a:t>
            </a:r>
          </a:p>
        </p:txBody>
      </p:sp>
      <p:sp>
        <p:nvSpPr>
          <p:cNvPr id="7" name="stat1_label"/>
          <p:cNvSpPr>
            <a:spLocks noGrp="1"/>
          </p:cNvSpPr>
          <p:nvPr>
            <p:ph type="body" idx="103" hasCustomPrompt="1"/>
          </p:nvPr>
        </p:nvSpPr>
        <p:spPr>
          <a:xfrm>
            <a:off x="822960" y="3429000"/>
            <a:ext cx="2019224" cy="1645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What the number measures</a:t>
            </a:r>
          </a:p>
        </p:txBody>
      </p:sp>
      <p:sp>
        <p:nvSpPr>
          <p:cNvPr id="8" name="Card"/>
          <p:cNvSpPr/>
          <p:nvPr userDrawn="1"/>
        </p:nvSpPr>
        <p:spPr>
          <a:xfrm>
            <a:off x="3390824" y="1691640"/>
            <a:ext cx="2567864" cy="3566160"/>
          </a:xfrm>
          <a:prstGeom prst="roundRect">
            <a:avLst>
              <a:gd name="adj" fmla="val 5697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stat2_value"/>
          <p:cNvSpPr>
            <a:spLocks noGrp="1"/>
          </p:cNvSpPr>
          <p:nvPr>
            <p:ph type="body" idx="105" hasCustomPrompt="1"/>
          </p:nvPr>
        </p:nvSpPr>
        <p:spPr>
          <a:xfrm>
            <a:off x="3665144" y="2103120"/>
            <a:ext cx="2019224" cy="109728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 b="1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42%</a:t>
            </a:r>
          </a:p>
        </p:txBody>
      </p:sp>
      <p:sp>
        <p:nvSpPr>
          <p:cNvPr id="10" name="stat2_label"/>
          <p:cNvSpPr>
            <a:spLocks noGrp="1"/>
          </p:cNvSpPr>
          <p:nvPr>
            <p:ph type="body" idx="106" hasCustomPrompt="1"/>
          </p:nvPr>
        </p:nvSpPr>
        <p:spPr>
          <a:xfrm>
            <a:off x="3665144" y="3429000"/>
            <a:ext cx="2019224" cy="1645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What the number measures</a:t>
            </a:r>
          </a:p>
        </p:txBody>
      </p:sp>
      <p:sp>
        <p:nvSpPr>
          <p:cNvPr id="11" name="Card"/>
          <p:cNvSpPr/>
          <p:nvPr userDrawn="1"/>
        </p:nvSpPr>
        <p:spPr>
          <a:xfrm>
            <a:off x="6233008" y="1691640"/>
            <a:ext cx="2567864" cy="3566160"/>
          </a:xfrm>
          <a:prstGeom prst="roundRect">
            <a:avLst>
              <a:gd name="adj" fmla="val 5697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stat3_value"/>
          <p:cNvSpPr>
            <a:spLocks noGrp="1"/>
          </p:cNvSpPr>
          <p:nvPr>
            <p:ph type="body" idx="108" hasCustomPrompt="1"/>
          </p:nvPr>
        </p:nvSpPr>
        <p:spPr>
          <a:xfrm>
            <a:off x="6507328" y="2103120"/>
            <a:ext cx="2019224" cy="109728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 b="1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42%</a:t>
            </a:r>
          </a:p>
        </p:txBody>
      </p:sp>
      <p:sp>
        <p:nvSpPr>
          <p:cNvPr id="13" name="stat3_label"/>
          <p:cNvSpPr>
            <a:spLocks noGrp="1"/>
          </p:cNvSpPr>
          <p:nvPr>
            <p:ph type="body" idx="109" hasCustomPrompt="1"/>
          </p:nvPr>
        </p:nvSpPr>
        <p:spPr>
          <a:xfrm>
            <a:off x="6507328" y="3429000"/>
            <a:ext cx="2019224" cy="1645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What the number measures</a:t>
            </a:r>
          </a:p>
        </p:txBody>
      </p:sp>
      <p:sp>
        <p:nvSpPr>
          <p:cNvPr id="14" name="Card"/>
          <p:cNvSpPr/>
          <p:nvPr userDrawn="1"/>
        </p:nvSpPr>
        <p:spPr>
          <a:xfrm>
            <a:off x="9075191" y="1691640"/>
            <a:ext cx="2567864" cy="3566160"/>
          </a:xfrm>
          <a:prstGeom prst="roundRect">
            <a:avLst>
              <a:gd name="adj" fmla="val 5697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stat4_value"/>
          <p:cNvSpPr>
            <a:spLocks noGrp="1"/>
          </p:cNvSpPr>
          <p:nvPr>
            <p:ph type="body" idx="111" hasCustomPrompt="1"/>
          </p:nvPr>
        </p:nvSpPr>
        <p:spPr>
          <a:xfrm>
            <a:off x="9349511" y="2103120"/>
            <a:ext cx="2019224" cy="109728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 b="1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42%</a:t>
            </a:r>
          </a:p>
        </p:txBody>
      </p:sp>
      <p:sp>
        <p:nvSpPr>
          <p:cNvPr id="16" name="stat4_label"/>
          <p:cNvSpPr>
            <a:spLocks noGrp="1"/>
          </p:cNvSpPr>
          <p:nvPr>
            <p:ph type="body" idx="112" hasCustomPrompt="1"/>
          </p:nvPr>
        </p:nvSpPr>
        <p:spPr>
          <a:xfrm>
            <a:off x="9349511" y="3429000"/>
            <a:ext cx="2019224" cy="1645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What the number measures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4" hasCustomPrompt="1"/>
          </p:nvPr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Source or footnote</a:t>
            </a:r>
          </a:p>
        </p:txBody>
      </p:sp>
      <p:sp>
        <p:nvSpPr>
          <p:cNvPr id="18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Big Numb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le"/>
          <p:cNvSpPr/>
          <p:nvPr userDrawn="1"/>
        </p:nvSpPr>
        <p:spPr>
          <a:xfrm>
            <a:off x="548640" y="914400"/>
            <a:ext cx="274320" cy="274320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ile"/>
          <p:cNvSpPr/>
          <p:nvPr userDrawn="1"/>
        </p:nvSpPr>
        <p:spPr>
          <a:xfrm>
            <a:off x="896112" y="914400"/>
            <a:ext cx="274320" cy="274320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ile"/>
          <p:cNvSpPr/>
          <p:nvPr userDrawn="1"/>
        </p:nvSpPr>
        <p:spPr>
          <a:xfrm>
            <a:off x="1243584" y="914400"/>
            <a:ext cx="274320" cy="274320"/>
          </a:xfrm>
          <a:prstGeom prst="roundRect">
            <a:avLst>
              <a:gd name="adj" fmla="val 13500"/>
            </a:avLst>
          </a:prstGeom>
          <a:noFill/>
          <a:ln w="15875">
            <a:solidFill>
              <a:schemeClr val="accent4">
                <a:alpha val="70000"/>
              </a:scheme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1463040"/>
            <a:ext cx="566928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7" name="stat_value"/>
          <p:cNvSpPr>
            <a:spLocks noGrp="1"/>
          </p:cNvSpPr>
          <p:nvPr>
            <p:ph type="body" idx="101" hasCustomPrompt="1"/>
          </p:nvPr>
        </p:nvSpPr>
        <p:spPr>
          <a:xfrm>
            <a:off x="548640" y="1783080"/>
            <a:ext cx="6035040" cy="219456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4000" b="1" dirty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87%</a:t>
            </a:r>
          </a:p>
        </p:txBody>
      </p:sp>
      <p:sp>
        <p:nvSpPr>
          <p:cNvPr id="8" name="stat_label"/>
          <p:cNvSpPr>
            <a:spLocks noGrp="1"/>
          </p:cNvSpPr>
          <p:nvPr>
            <p:ph type="body" idx="102" hasCustomPrompt="1"/>
          </p:nvPr>
        </p:nvSpPr>
        <p:spPr>
          <a:xfrm>
            <a:off x="548640" y="4114800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200" b="1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What this number means</a:t>
            </a:r>
          </a:p>
        </p:txBody>
      </p:sp>
      <p:sp>
        <p:nvSpPr>
          <p:cNvPr id="9" name="Decoration"/>
          <p:cNvSpPr/>
          <p:nvPr userDrawn="1"/>
        </p:nvSpPr>
        <p:spPr>
          <a:xfrm>
            <a:off x="6903720" y="914400"/>
            <a:ext cx="4739335" cy="5120640"/>
          </a:xfrm>
          <a:prstGeom prst="roundRect">
            <a:avLst>
              <a:gd name="adj" fmla="val 3858"/>
            </a:avLst>
          </a:prstGeom>
          <a:solidFill>
            <a:schemeClr val="bg1">
              <a:alpha val="7000"/>
            </a:schemeClr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body"/>
          <p:cNvSpPr>
            <a:spLocks noGrp="1"/>
          </p:cNvSpPr>
          <p:nvPr>
            <p:ph type="body" idx="103" hasCustomPrompt="1"/>
          </p:nvPr>
        </p:nvSpPr>
        <p:spPr>
          <a:xfrm>
            <a:off x="7269480" y="1280160"/>
            <a:ext cx="4023360" cy="4389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292608" indent="-292608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70000"/>
              <a:buFont typeface="Arial"/>
              <a:buChar char="■"/>
              <a:defRPr sz="1600" b="0" dirty="0">
                <a:solidFill>
                  <a:schemeClr val="bg2"/>
                </a:solidFill>
              </a:defRPr>
            </a:lvl1pPr>
            <a:lvl2pPr marL="640080" indent="-256032">
              <a:lnSpc>
                <a:spcPct val="115000"/>
              </a:lnSpc>
              <a:spcAft>
                <a:spcPts val="1200"/>
              </a:spcAft>
              <a:buClr>
                <a:schemeClr val="accent3"/>
              </a:buClr>
              <a:buFont typeface="Arial"/>
              <a:buChar char="–"/>
              <a:defRPr sz="1400" b="0">
                <a:solidFill>
                  <a:schemeClr val="bg2"/>
                </a:solidFill>
              </a:defRPr>
            </a:lvl2pPr>
          </a:lstStyle>
          <a:p>
            <a:r>
              <a:rPr lang="en-US" dirty="0"/>
              <a:t>Context or implication</a:t>
            </a:r>
          </a:p>
        </p:txBody>
      </p:sp>
      <p:sp>
        <p:nvSpPr>
          <p:cNvPr id="11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4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hart"/>
          <p:cNvSpPr>
            <a:spLocks noGrp="1"/>
          </p:cNvSpPr>
          <p:nvPr>
            <p:ph type="chart" idx="101" hasCustomPrompt="1"/>
          </p:nvPr>
        </p:nvSpPr>
        <p:spPr>
          <a:xfrm>
            <a:off x="548640" y="1691640"/>
            <a:ext cx="7406640" cy="4343400"/>
          </a:xfrm>
          <a:prstGeom prst="rect">
            <a:avLst/>
          </a:prstGeom>
          <a:noFill/>
        </p:spPr>
        <p:txBody>
          <a:bodyPr lIns="182880" tIns="182880" rIns="182880" bIns="182880" rtlCol="0"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Native chart</a:t>
            </a:r>
          </a:p>
        </p:txBody>
      </p:sp>
      <p:sp>
        <p:nvSpPr>
          <p:cNvPr id="8" name="takeaway"/>
          <p:cNvSpPr>
            <a:spLocks noGrp="1"/>
          </p:cNvSpPr>
          <p:nvPr>
            <p:ph type="body" idx="103" hasCustomPrompt="1"/>
          </p:nvPr>
        </p:nvSpPr>
        <p:spPr>
          <a:xfrm>
            <a:off x="8275320" y="1691640"/>
            <a:ext cx="3367735" cy="4343400"/>
          </a:xfrm>
          <a:prstGeom prst="rect">
            <a:avLst/>
          </a:prstGeom>
          <a:noFill/>
        </p:spPr>
        <p:txBody>
          <a:bodyPr wrap="square" lIns="320040" tIns="365760" rIns="304495" bIns="32004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The one sentence the audience must remember</a:t>
            </a:r>
          </a:p>
        </p:txBody>
      </p:sp>
      <p:sp>
        <p:nvSpPr>
          <p:cNvPr id="9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Chart Fu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hart"/>
          <p:cNvSpPr>
            <a:spLocks noGrp="1"/>
          </p:cNvSpPr>
          <p:nvPr>
            <p:ph type="chart" idx="101" hasCustomPrompt="1"/>
          </p:nvPr>
        </p:nvSpPr>
        <p:spPr>
          <a:xfrm>
            <a:off x="548640" y="1691640"/>
            <a:ext cx="11094415" cy="3886200"/>
          </a:xfrm>
          <a:prstGeom prst="rect">
            <a:avLst/>
          </a:prstGeom>
          <a:noFill/>
        </p:spPr>
        <p:txBody>
          <a:bodyPr lIns="182880" tIns="182880" rIns="182880" bIns="182880" rtlCol="0"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Native chart</a:t>
            </a:r>
          </a:p>
        </p:txBody>
      </p:sp>
      <p:sp>
        <p:nvSpPr>
          <p:cNvPr id="6" name="caption"/>
          <p:cNvSpPr>
            <a:spLocks noGrp="1"/>
          </p:cNvSpPr>
          <p:nvPr>
            <p:ph type="body" idx="102" hasCustomPrompt="1"/>
          </p:nvPr>
        </p:nvSpPr>
        <p:spPr>
          <a:xfrm>
            <a:off x="548640" y="566928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Source or reading note</a:t>
            </a:r>
          </a:p>
        </p:txBody>
      </p:sp>
      <p:sp>
        <p:nvSpPr>
          <p:cNvPr id="7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Two Char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hart1_title"/>
          <p:cNvSpPr>
            <a:spLocks noGrp="1"/>
          </p:cNvSpPr>
          <p:nvPr>
            <p:ph type="body" idx="101" hasCustomPrompt="1"/>
          </p:nvPr>
        </p:nvSpPr>
        <p:spPr>
          <a:xfrm>
            <a:off x="548640" y="1691640"/>
            <a:ext cx="536752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Chart title</a:t>
            </a:r>
          </a:p>
        </p:txBody>
      </p:sp>
      <p:sp>
        <p:nvSpPr>
          <p:cNvPr id="6" name="chart1"/>
          <p:cNvSpPr>
            <a:spLocks noGrp="1"/>
          </p:cNvSpPr>
          <p:nvPr>
            <p:ph type="chart" idx="102" hasCustomPrompt="1"/>
          </p:nvPr>
        </p:nvSpPr>
        <p:spPr>
          <a:xfrm>
            <a:off x="548640" y="2148840"/>
            <a:ext cx="5367528" cy="3429000"/>
          </a:xfrm>
          <a:prstGeom prst="rect">
            <a:avLst/>
          </a:prstGeom>
          <a:noFill/>
        </p:spPr>
        <p:txBody>
          <a:bodyPr lIns="182880" tIns="182880" rIns="182880" bIns="182880" rtlCol="0"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Native chart</a:t>
            </a:r>
          </a:p>
        </p:txBody>
      </p:sp>
      <p:sp>
        <p:nvSpPr>
          <p:cNvPr id="7" name="chart2_title"/>
          <p:cNvSpPr>
            <a:spLocks noGrp="1"/>
          </p:cNvSpPr>
          <p:nvPr>
            <p:ph type="body" idx="103" hasCustomPrompt="1"/>
          </p:nvPr>
        </p:nvSpPr>
        <p:spPr>
          <a:xfrm>
            <a:off x="6275527" y="1691640"/>
            <a:ext cx="536752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Chart title</a:t>
            </a:r>
          </a:p>
        </p:txBody>
      </p:sp>
      <p:sp>
        <p:nvSpPr>
          <p:cNvPr id="8" name="chart2"/>
          <p:cNvSpPr>
            <a:spLocks noGrp="1"/>
          </p:cNvSpPr>
          <p:nvPr>
            <p:ph type="chart" idx="104" hasCustomPrompt="1"/>
          </p:nvPr>
        </p:nvSpPr>
        <p:spPr>
          <a:xfrm>
            <a:off x="6275527" y="2148840"/>
            <a:ext cx="5367528" cy="3429000"/>
          </a:xfrm>
          <a:prstGeom prst="rect">
            <a:avLst/>
          </a:prstGeom>
          <a:noFill/>
        </p:spPr>
        <p:txBody>
          <a:bodyPr lIns="182880" tIns="182880" rIns="182880" bIns="182880" rtlCol="0"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Native chart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5" hasCustomPrompt="1"/>
          </p:nvPr>
        </p:nvSpPr>
        <p:spPr>
          <a:xfrm>
            <a:off x="548640" y="566928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Source or reading note</a:t>
            </a:r>
          </a:p>
        </p:txBody>
      </p:sp>
      <p:sp>
        <p:nvSpPr>
          <p:cNvPr id="10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Chart and Fig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hart"/>
          <p:cNvSpPr>
            <a:spLocks noGrp="1"/>
          </p:cNvSpPr>
          <p:nvPr>
            <p:ph type="chart" idx="101" hasCustomPrompt="1"/>
          </p:nvPr>
        </p:nvSpPr>
        <p:spPr>
          <a:xfrm>
            <a:off x="548640" y="1691640"/>
            <a:ext cx="7406640" cy="4343400"/>
          </a:xfrm>
          <a:prstGeom prst="rect">
            <a:avLst/>
          </a:prstGeom>
          <a:noFill/>
        </p:spPr>
        <p:txBody>
          <a:bodyPr lIns="182880" tIns="182880" rIns="182880" bIns="182880" rtlCol="0"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Native chart</a:t>
            </a:r>
          </a:p>
        </p:txBody>
      </p:sp>
      <p:sp>
        <p:nvSpPr>
          <p:cNvPr id="6" name="Card"/>
          <p:cNvSpPr/>
          <p:nvPr userDrawn="1"/>
        </p:nvSpPr>
        <p:spPr>
          <a:xfrm>
            <a:off x="8275320" y="1691640"/>
            <a:ext cx="3367735" cy="2034540"/>
          </a:xfrm>
          <a:prstGeom prst="roundRect">
            <a:avLst>
              <a:gd name="adj" fmla="val 7191"/>
            </a:avLst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stat1_value"/>
          <p:cNvSpPr>
            <a:spLocks noGrp="1"/>
          </p:cNvSpPr>
          <p:nvPr>
            <p:ph type="body" idx="102" hasCustomPrompt="1"/>
          </p:nvPr>
        </p:nvSpPr>
        <p:spPr>
          <a:xfrm>
            <a:off x="8595360" y="1920240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 b="1" dirty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42%</a:t>
            </a:r>
          </a:p>
        </p:txBody>
      </p:sp>
      <p:sp>
        <p:nvSpPr>
          <p:cNvPr id="8" name="stat1_label"/>
          <p:cNvSpPr>
            <a:spLocks noGrp="1"/>
          </p:cNvSpPr>
          <p:nvPr>
            <p:ph type="body" idx="103" hasCustomPrompt="1"/>
          </p:nvPr>
        </p:nvSpPr>
        <p:spPr>
          <a:xfrm>
            <a:off x="8595360" y="288036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What the number measures</a:t>
            </a:r>
          </a:p>
        </p:txBody>
      </p:sp>
      <p:sp>
        <p:nvSpPr>
          <p:cNvPr id="9" name="Card"/>
          <p:cNvSpPr/>
          <p:nvPr userDrawn="1"/>
        </p:nvSpPr>
        <p:spPr>
          <a:xfrm>
            <a:off x="8275320" y="4000500"/>
            <a:ext cx="3367735" cy="2034540"/>
          </a:xfrm>
          <a:prstGeom prst="roundRect">
            <a:avLst>
              <a:gd name="adj" fmla="val 719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stat2_value"/>
          <p:cNvSpPr>
            <a:spLocks noGrp="1"/>
          </p:cNvSpPr>
          <p:nvPr>
            <p:ph type="body" idx="104" hasCustomPrompt="1"/>
          </p:nvPr>
        </p:nvSpPr>
        <p:spPr>
          <a:xfrm>
            <a:off x="8595360" y="4229100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 b="1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42%</a:t>
            </a:r>
          </a:p>
        </p:txBody>
      </p:sp>
      <p:sp>
        <p:nvSpPr>
          <p:cNvPr id="11" name="stat2_label"/>
          <p:cNvSpPr>
            <a:spLocks noGrp="1"/>
          </p:cNvSpPr>
          <p:nvPr>
            <p:ph type="body" idx="105" hasCustomPrompt="1"/>
          </p:nvPr>
        </p:nvSpPr>
        <p:spPr>
          <a:xfrm>
            <a:off x="8595360" y="518922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What the number measures</a:t>
            </a:r>
          </a:p>
        </p:txBody>
      </p:sp>
      <p:sp>
        <p:nvSpPr>
          <p:cNvPr id="12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table"/>
          <p:cNvSpPr>
            <a:spLocks noGrp="1"/>
          </p:cNvSpPr>
          <p:nvPr>
            <p:ph type="tbl" idx="101" hasCustomPrompt="1"/>
          </p:nvPr>
        </p:nvSpPr>
        <p:spPr>
          <a:xfrm>
            <a:off x="548640" y="1691640"/>
            <a:ext cx="11094415" cy="4343400"/>
          </a:xfrm>
          <a:prstGeom prst="rect">
            <a:avLst/>
          </a:prstGeom>
          <a:noFill/>
        </p:spPr>
        <p:txBody>
          <a:bodyPr lIns="182880" tIns="182880" rIns="182880" bIns="182880" rtlCol="0"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Table</a:t>
            </a:r>
          </a:p>
        </p:txBody>
      </p:sp>
      <p:sp>
        <p:nvSpPr>
          <p:cNvPr id="6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Proces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ard"/>
          <p:cNvSpPr/>
          <p:nvPr userDrawn="1"/>
        </p:nvSpPr>
        <p:spPr>
          <a:xfrm>
            <a:off x="548640" y="1691640"/>
            <a:ext cx="2464994" cy="4343400"/>
          </a:xfrm>
          <a:prstGeom prst="roundRect">
            <a:avLst>
              <a:gd name="adj" fmla="val 5935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le"/>
          <p:cNvSpPr/>
          <p:nvPr userDrawn="1"/>
        </p:nvSpPr>
        <p:spPr>
          <a:xfrm>
            <a:off x="822960" y="2011680"/>
            <a:ext cx="457200" cy="457200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Decoration"/>
          <p:cNvSpPr txBox="1"/>
          <p:nvPr userDrawn="1"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Decoration"/>
          <p:cNvSpPr/>
          <p:nvPr userDrawn="1"/>
        </p:nvSpPr>
        <p:spPr>
          <a:xfrm>
            <a:off x="3132506" y="3771900"/>
            <a:ext cx="164592" cy="182880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step1_title"/>
          <p:cNvSpPr>
            <a:spLocks noGrp="1"/>
          </p:cNvSpPr>
          <p:nvPr>
            <p:ph type="body" idx="104" hasCustomPrompt="1"/>
          </p:nvPr>
        </p:nvSpPr>
        <p:spPr>
          <a:xfrm>
            <a:off x="822960" y="2697480"/>
            <a:ext cx="1916354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Step</a:t>
            </a:r>
          </a:p>
        </p:txBody>
      </p:sp>
      <p:sp>
        <p:nvSpPr>
          <p:cNvPr id="10" name="step1_body"/>
          <p:cNvSpPr>
            <a:spLocks noGrp="1"/>
          </p:cNvSpPr>
          <p:nvPr>
            <p:ph type="body" idx="105" hasCustomPrompt="1"/>
          </p:nvPr>
        </p:nvSpPr>
        <p:spPr>
          <a:xfrm>
            <a:off x="822960" y="3520440"/>
            <a:ext cx="1916354" cy="22402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What happens in this step.</a:t>
            </a:r>
          </a:p>
        </p:txBody>
      </p:sp>
      <p:sp>
        <p:nvSpPr>
          <p:cNvPr id="11" name="Card"/>
          <p:cNvSpPr/>
          <p:nvPr userDrawn="1"/>
        </p:nvSpPr>
        <p:spPr>
          <a:xfrm>
            <a:off x="3425114" y="1691640"/>
            <a:ext cx="2464994" cy="4343400"/>
          </a:xfrm>
          <a:prstGeom prst="roundRect">
            <a:avLst>
              <a:gd name="adj" fmla="val 5935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Tile"/>
          <p:cNvSpPr/>
          <p:nvPr userDrawn="1"/>
        </p:nvSpPr>
        <p:spPr>
          <a:xfrm>
            <a:off x="3699434" y="2011680"/>
            <a:ext cx="457200" cy="457200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Decoration"/>
          <p:cNvSpPr txBox="1"/>
          <p:nvPr userDrawn="1"/>
        </p:nvSpPr>
        <p:spPr>
          <a:xfrm>
            <a:off x="3699434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4" name="Decoration"/>
          <p:cNvSpPr/>
          <p:nvPr userDrawn="1"/>
        </p:nvSpPr>
        <p:spPr>
          <a:xfrm>
            <a:off x="6008980" y="3771900"/>
            <a:ext cx="164592" cy="182880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step2_title"/>
          <p:cNvSpPr>
            <a:spLocks noGrp="1"/>
          </p:cNvSpPr>
          <p:nvPr>
            <p:ph type="body" idx="109" hasCustomPrompt="1"/>
          </p:nvPr>
        </p:nvSpPr>
        <p:spPr>
          <a:xfrm>
            <a:off x="3699434" y="2697480"/>
            <a:ext cx="1916354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Step</a:t>
            </a:r>
          </a:p>
        </p:txBody>
      </p:sp>
      <p:sp>
        <p:nvSpPr>
          <p:cNvPr id="16" name="step2_body"/>
          <p:cNvSpPr>
            <a:spLocks noGrp="1"/>
          </p:cNvSpPr>
          <p:nvPr>
            <p:ph type="body" idx="110" hasCustomPrompt="1"/>
          </p:nvPr>
        </p:nvSpPr>
        <p:spPr>
          <a:xfrm>
            <a:off x="3699434" y="3520440"/>
            <a:ext cx="1916354" cy="22402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What happens in this step.</a:t>
            </a:r>
          </a:p>
        </p:txBody>
      </p:sp>
      <p:sp>
        <p:nvSpPr>
          <p:cNvPr id="17" name="Card"/>
          <p:cNvSpPr/>
          <p:nvPr userDrawn="1"/>
        </p:nvSpPr>
        <p:spPr>
          <a:xfrm>
            <a:off x="6301588" y="1691640"/>
            <a:ext cx="2464994" cy="4343400"/>
          </a:xfrm>
          <a:prstGeom prst="roundRect">
            <a:avLst>
              <a:gd name="adj" fmla="val 5935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Tile"/>
          <p:cNvSpPr/>
          <p:nvPr userDrawn="1"/>
        </p:nvSpPr>
        <p:spPr>
          <a:xfrm>
            <a:off x="6575908" y="2011680"/>
            <a:ext cx="457200" cy="457200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Decoration"/>
          <p:cNvSpPr txBox="1"/>
          <p:nvPr userDrawn="1"/>
        </p:nvSpPr>
        <p:spPr>
          <a:xfrm>
            <a:off x="6575908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0" name="Decoration"/>
          <p:cNvSpPr/>
          <p:nvPr userDrawn="1"/>
        </p:nvSpPr>
        <p:spPr>
          <a:xfrm>
            <a:off x="8885453" y="3771900"/>
            <a:ext cx="164592" cy="182880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step3_title"/>
          <p:cNvSpPr>
            <a:spLocks noGrp="1"/>
          </p:cNvSpPr>
          <p:nvPr>
            <p:ph type="body" idx="114" hasCustomPrompt="1"/>
          </p:nvPr>
        </p:nvSpPr>
        <p:spPr>
          <a:xfrm>
            <a:off x="6575908" y="2697480"/>
            <a:ext cx="1916354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Step</a:t>
            </a:r>
          </a:p>
        </p:txBody>
      </p:sp>
      <p:sp>
        <p:nvSpPr>
          <p:cNvPr id="22" name="step3_body"/>
          <p:cNvSpPr>
            <a:spLocks noGrp="1"/>
          </p:cNvSpPr>
          <p:nvPr>
            <p:ph type="body" idx="115" hasCustomPrompt="1"/>
          </p:nvPr>
        </p:nvSpPr>
        <p:spPr>
          <a:xfrm>
            <a:off x="6575908" y="3520440"/>
            <a:ext cx="1916354" cy="22402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What happens in this step.</a:t>
            </a:r>
          </a:p>
        </p:txBody>
      </p:sp>
      <p:sp>
        <p:nvSpPr>
          <p:cNvPr id="23" name="Card"/>
          <p:cNvSpPr/>
          <p:nvPr userDrawn="1"/>
        </p:nvSpPr>
        <p:spPr>
          <a:xfrm>
            <a:off x="9178061" y="1691640"/>
            <a:ext cx="2464994" cy="4343400"/>
          </a:xfrm>
          <a:prstGeom prst="roundRect">
            <a:avLst>
              <a:gd name="adj" fmla="val 5935"/>
            </a:avLst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Tile"/>
          <p:cNvSpPr/>
          <p:nvPr userDrawn="1"/>
        </p:nvSpPr>
        <p:spPr>
          <a:xfrm>
            <a:off x="9452381" y="2011680"/>
            <a:ext cx="457200" cy="457200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Decoration"/>
          <p:cNvSpPr txBox="1"/>
          <p:nvPr userDrawn="1"/>
        </p:nvSpPr>
        <p:spPr>
          <a:xfrm>
            <a:off x="9452381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26" name="step4_title"/>
          <p:cNvSpPr>
            <a:spLocks noGrp="1"/>
          </p:cNvSpPr>
          <p:nvPr>
            <p:ph type="body" idx="119" hasCustomPrompt="1"/>
          </p:nvPr>
        </p:nvSpPr>
        <p:spPr>
          <a:xfrm>
            <a:off x="9452381" y="2697480"/>
            <a:ext cx="1916354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Step</a:t>
            </a:r>
          </a:p>
        </p:txBody>
      </p:sp>
      <p:sp>
        <p:nvSpPr>
          <p:cNvPr id="27" name="step4_body"/>
          <p:cNvSpPr>
            <a:spLocks noGrp="1"/>
          </p:cNvSpPr>
          <p:nvPr>
            <p:ph type="body" idx="120" hasCustomPrompt="1"/>
          </p:nvPr>
        </p:nvSpPr>
        <p:spPr>
          <a:xfrm>
            <a:off x="9452381" y="3520440"/>
            <a:ext cx="1916354" cy="22402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What happens in this step.</a:t>
            </a:r>
          </a:p>
        </p:txBody>
      </p:sp>
      <p:sp>
        <p:nvSpPr>
          <p:cNvPr id="28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Process Thre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Arrow"/>
          <p:cNvSpPr/>
          <p:nvPr userDrawn="1"/>
        </p:nvSpPr>
        <p:spPr>
          <a:xfrm>
            <a:off x="548640" y="1691640"/>
            <a:ext cx="3759098" cy="82296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step1_title"/>
          <p:cNvSpPr>
            <a:spLocks noGrp="1"/>
          </p:cNvSpPr>
          <p:nvPr>
            <p:ph type="body" idx="101" hasCustomPrompt="1"/>
          </p:nvPr>
        </p:nvSpPr>
        <p:spPr>
          <a:xfrm>
            <a:off x="868680" y="1691640"/>
            <a:ext cx="2798978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1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Step</a:t>
            </a:r>
          </a:p>
        </p:txBody>
      </p:sp>
      <p:sp>
        <p:nvSpPr>
          <p:cNvPr id="7" name="step1_body"/>
          <p:cNvSpPr>
            <a:spLocks noGrp="1"/>
          </p:cNvSpPr>
          <p:nvPr>
            <p:ph type="body" idx="102" hasCustomPrompt="1"/>
          </p:nvPr>
        </p:nvSpPr>
        <p:spPr>
          <a:xfrm>
            <a:off x="548640" y="2834640"/>
            <a:ext cx="3210458" cy="2743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292608" indent="-292608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Pct val="70000"/>
              <a:buFont typeface="Arial"/>
              <a:buChar char="■"/>
              <a:defRPr sz="1600" b="0" dirty="0">
                <a:solidFill>
                  <a:schemeClr val="tx1"/>
                </a:solidFill>
              </a:defRPr>
            </a:lvl1pPr>
            <a:lvl2pPr marL="640080" indent="-256032">
              <a:lnSpc>
                <a:spcPct val="110000"/>
              </a:lnSpc>
              <a:spcAft>
                <a:spcPts val="800"/>
              </a:spcAft>
              <a:buClr>
                <a:schemeClr val="accent3"/>
              </a:buClr>
              <a:buFont typeface="Arial"/>
              <a:buChar char="–"/>
              <a:defRPr sz="1400" b="0">
                <a:solidFill>
                  <a:schemeClr val="accent3"/>
                </a:solidFill>
              </a:defRPr>
            </a:lvl2pPr>
          </a:lstStyle>
          <a:p>
            <a:r>
              <a:rPr lang="en-US" dirty="0"/>
              <a:t>Detail</a:t>
            </a:r>
          </a:p>
        </p:txBody>
      </p:sp>
      <p:sp>
        <p:nvSpPr>
          <p:cNvPr id="8" name="Arrow"/>
          <p:cNvSpPr/>
          <p:nvPr userDrawn="1"/>
        </p:nvSpPr>
        <p:spPr>
          <a:xfrm>
            <a:off x="4216298" y="1691640"/>
            <a:ext cx="3759098" cy="822960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step2_title"/>
          <p:cNvSpPr>
            <a:spLocks noGrp="1"/>
          </p:cNvSpPr>
          <p:nvPr>
            <p:ph type="body" idx="103" hasCustomPrompt="1"/>
          </p:nvPr>
        </p:nvSpPr>
        <p:spPr>
          <a:xfrm>
            <a:off x="4764938" y="1691640"/>
            <a:ext cx="2798978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1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Step</a:t>
            </a:r>
          </a:p>
        </p:txBody>
      </p:sp>
      <p:sp>
        <p:nvSpPr>
          <p:cNvPr id="10" name="step2_body"/>
          <p:cNvSpPr>
            <a:spLocks noGrp="1"/>
          </p:cNvSpPr>
          <p:nvPr>
            <p:ph type="body" idx="104" hasCustomPrompt="1"/>
          </p:nvPr>
        </p:nvSpPr>
        <p:spPr>
          <a:xfrm>
            <a:off x="4444898" y="2834640"/>
            <a:ext cx="3210458" cy="2743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292608" indent="-292608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Pct val="70000"/>
              <a:buFont typeface="Arial"/>
              <a:buChar char="■"/>
              <a:defRPr sz="1600" b="0" dirty="0">
                <a:solidFill>
                  <a:schemeClr val="tx1"/>
                </a:solidFill>
              </a:defRPr>
            </a:lvl1pPr>
            <a:lvl2pPr marL="640080" indent="-256032">
              <a:lnSpc>
                <a:spcPct val="110000"/>
              </a:lnSpc>
              <a:spcAft>
                <a:spcPts val="800"/>
              </a:spcAft>
              <a:buClr>
                <a:schemeClr val="accent3"/>
              </a:buClr>
              <a:buFont typeface="Arial"/>
              <a:buChar char="–"/>
              <a:defRPr sz="1400" b="0">
                <a:solidFill>
                  <a:schemeClr val="accent3"/>
                </a:solidFill>
              </a:defRPr>
            </a:lvl2pPr>
          </a:lstStyle>
          <a:p>
            <a:r>
              <a:rPr lang="en-US" dirty="0"/>
              <a:t>Detail</a:t>
            </a:r>
          </a:p>
        </p:txBody>
      </p:sp>
      <p:sp>
        <p:nvSpPr>
          <p:cNvPr id="11" name="Arrow"/>
          <p:cNvSpPr/>
          <p:nvPr userDrawn="1"/>
        </p:nvSpPr>
        <p:spPr>
          <a:xfrm>
            <a:off x="7883957" y="1691640"/>
            <a:ext cx="3759098" cy="822960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step3_title"/>
          <p:cNvSpPr>
            <a:spLocks noGrp="1"/>
          </p:cNvSpPr>
          <p:nvPr>
            <p:ph type="body" idx="105" hasCustomPrompt="1"/>
          </p:nvPr>
        </p:nvSpPr>
        <p:spPr>
          <a:xfrm>
            <a:off x="8432597" y="1691640"/>
            <a:ext cx="2798978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1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Step</a:t>
            </a:r>
          </a:p>
        </p:txBody>
      </p:sp>
      <p:sp>
        <p:nvSpPr>
          <p:cNvPr id="13" name="step3_body"/>
          <p:cNvSpPr>
            <a:spLocks noGrp="1"/>
          </p:cNvSpPr>
          <p:nvPr>
            <p:ph type="body" idx="106" hasCustomPrompt="1"/>
          </p:nvPr>
        </p:nvSpPr>
        <p:spPr>
          <a:xfrm>
            <a:off x="8112557" y="2834640"/>
            <a:ext cx="3210458" cy="2743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292608" indent="-292608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Pct val="70000"/>
              <a:buFont typeface="Arial"/>
              <a:buChar char="■"/>
              <a:defRPr sz="1600" b="0" dirty="0">
                <a:solidFill>
                  <a:schemeClr val="tx1"/>
                </a:solidFill>
              </a:defRPr>
            </a:lvl1pPr>
            <a:lvl2pPr marL="640080" indent="-256032">
              <a:lnSpc>
                <a:spcPct val="110000"/>
              </a:lnSpc>
              <a:spcAft>
                <a:spcPts val="800"/>
              </a:spcAft>
              <a:buClr>
                <a:schemeClr val="accent3"/>
              </a:buClr>
              <a:buFont typeface="Arial"/>
              <a:buChar char="–"/>
              <a:defRPr sz="1400" b="0">
                <a:solidFill>
                  <a:schemeClr val="accent3"/>
                </a:solidFill>
              </a:defRPr>
            </a:lvl2pPr>
          </a:lstStyle>
          <a:p>
            <a:r>
              <a:rPr lang="en-US" dirty="0"/>
              <a:t>Detail</a:t>
            </a:r>
          </a:p>
        </p:txBody>
      </p:sp>
      <p:sp>
        <p:nvSpPr>
          <p:cNvPr id="14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Line"/>
          <p:cNvSpPr/>
          <p:nvPr userDrawn="1"/>
        </p:nvSpPr>
        <p:spPr>
          <a:xfrm>
            <a:off x="548640" y="2775204"/>
            <a:ext cx="11094415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Decoration"/>
          <p:cNvSpPr/>
          <p:nvPr userDrawn="1"/>
        </p:nvSpPr>
        <p:spPr>
          <a:xfrm>
            <a:off x="548640" y="2642616"/>
            <a:ext cx="292608" cy="292608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milestone1_date"/>
          <p:cNvSpPr>
            <a:spLocks noGrp="1"/>
          </p:cNvSpPr>
          <p:nvPr>
            <p:ph type="body" idx="101" hasCustomPrompt="1"/>
          </p:nvPr>
        </p:nvSpPr>
        <p:spPr>
          <a:xfrm>
            <a:off x="548640" y="2057400"/>
            <a:ext cx="1944563" cy="41148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Q1 2026</a:t>
            </a:r>
          </a:p>
        </p:txBody>
      </p:sp>
      <p:sp>
        <p:nvSpPr>
          <p:cNvPr id="8" name="milestone1_title"/>
          <p:cNvSpPr>
            <a:spLocks noGrp="1"/>
          </p:cNvSpPr>
          <p:nvPr>
            <p:ph type="body" idx="102" hasCustomPrompt="1"/>
          </p:nvPr>
        </p:nvSpPr>
        <p:spPr>
          <a:xfrm>
            <a:off x="548640" y="3200400"/>
            <a:ext cx="1944563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Milestone</a:t>
            </a:r>
          </a:p>
        </p:txBody>
      </p:sp>
      <p:sp>
        <p:nvSpPr>
          <p:cNvPr id="9" name="milestone1_body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0"/>
            <a:ext cx="1944563" cy="2194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 sentence.</a:t>
            </a:r>
          </a:p>
        </p:txBody>
      </p:sp>
      <p:sp>
        <p:nvSpPr>
          <p:cNvPr id="10" name="Decoration"/>
          <p:cNvSpPr/>
          <p:nvPr userDrawn="1"/>
        </p:nvSpPr>
        <p:spPr>
          <a:xfrm>
            <a:off x="2767523" y="2642616"/>
            <a:ext cx="292608" cy="292608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milestone2_date"/>
          <p:cNvSpPr>
            <a:spLocks noGrp="1"/>
          </p:cNvSpPr>
          <p:nvPr>
            <p:ph type="body" idx="104" hasCustomPrompt="1"/>
          </p:nvPr>
        </p:nvSpPr>
        <p:spPr>
          <a:xfrm>
            <a:off x="2767523" y="2057400"/>
            <a:ext cx="1944563" cy="41148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Q1 2026</a:t>
            </a:r>
          </a:p>
        </p:txBody>
      </p:sp>
      <p:sp>
        <p:nvSpPr>
          <p:cNvPr id="12" name="milestone2_title"/>
          <p:cNvSpPr>
            <a:spLocks noGrp="1"/>
          </p:cNvSpPr>
          <p:nvPr>
            <p:ph type="body" idx="105" hasCustomPrompt="1"/>
          </p:nvPr>
        </p:nvSpPr>
        <p:spPr>
          <a:xfrm>
            <a:off x="2767523" y="3200400"/>
            <a:ext cx="1944563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Milestone</a:t>
            </a:r>
          </a:p>
        </p:txBody>
      </p:sp>
      <p:sp>
        <p:nvSpPr>
          <p:cNvPr id="13" name="milestone2_body"/>
          <p:cNvSpPr>
            <a:spLocks noGrp="1"/>
          </p:cNvSpPr>
          <p:nvPr>
            <p:ph type="body" idx="106" hasCustomPrompt="1"/>
          </p:nvPr>
        </p:nvSpPr>
        <p:spPr>
          <a:xfrm>
            <a:off x="2767523" y="3840480"/>
            <a:ext cx="1944563" cy="2194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 sentence.</a:t>
            </a:r>
          </a:p>
        </p:txBody>
      </p:sp>
      <p:sp>
        <p:nvSpPr>
          <p:cNvPr id="14" name="Decoration"/>
          <p:cNvSpPr/>
          <p:nvPr userDrawn="1"/>
        </p:nvSpPr>
        <p:spPr>
          <a:xfrm>
            <a:off x="4986406" y="2642616"/>
            <a:ext cx="292608" cy="292608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milestone3_date"/>
          <p:cNvSpPr>
            <a:spLocks noGrp="1"/>
          </p:cNvSpPr>
          <p:nvPr>
            <p:ph type="body" idx="107" hasCustomPrompt="1"/>
          </p:nvPr>
        </p:nvSpPr>
        <p:spPr>
          <a:xfrm>
            <a:off x="4986406" y="2057400"/>
            <a:ext cx="1944563" cy="41148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Q1 2026</a:t>
            </a:r>
          </a:p>
        </p:txBody>
      </p:sp>
      <p:sp>
        <p:nvSpPr>
          <p:cNvPr id="16" name="milestone3_title"/>
          <p:cNvSpPr>
            <a:spLocks noGrp="1"/>
          </p:cNvSpPr>
          <p:nvPr>
            <p:ph type="body" idx="108" hasCustomPrompt="1"/>
          </p:nvPr>
        </p:nvSpPr>
        <p:spPr>
          <a:xfrm>
            <a:off x="4986406" y="3200400"/>
            <a:ext cx="1944563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Milestone</a:t>
            </a:r>
          </a:p>
        </p:txBody>
      </p:sp>
      <p:sp>
        <p:nvSpPr>
          <p:cNvPr id="17" name="milestone3_body"/>
          <p:cNvSpPr>
            <a:spLocks noGrp="1"/>
          </p:cNvSpPr>
          <p:nvPr>
            <p:ph type="body" idx="109" hasCustomPrompt="1"/>
          </p:nvPr>
        </p:nvSpPr>
        <p:spPr>
          <a:xfrm>
            <a:off x="4986406" y="3840480"/>
            <a:ext cx="1944563" cy="2194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 sentence.</a:t>
            </a:r>
          </a:p>
        </p:txBody>
      </p:sp>
      <p:sp>
        <p:nvSpPr>
          <p:cNvPr id="18" name="Decoration"/>
          <p:cNvSpPr/>
          <p:nvPr userDrawn="1"/>
        </p:nvSpPr>
        <p:spPr>
          <a:xfrm>
            <a:off x="7205289" y="2642616"/>
            <a:ext cx="292608" cy="292608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milestone4_date"/>
          <p:cNvSpPr>
            <a:spLocks noGrp="1"/>
          </p:cNvSpPr>
          <p:nvPr>
            <p:ph type="body" idx="110" hasCustomPrompt="1"/>
          </p:nvPr>
        </p:nvSpPr>
        <p:spPr>
          <a:xfrm>
            <a:off x="7205289" y="2057400"/>
            <a:ext cx="1944563" cy="41148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Q1 2026</a:t>
            </a:r>
          </a:p>
        </p:txBody>
      </p:sp>
      <p:sp>
        <p:nvSpPr>
          <p:cNvPr id="20" name="milestone4_title"/>
          <p:cNvSpPr>
            <a:spLocks noGrp="1"/>
          </p:cNvSpPr>
          <p:nvPr>
            <p:ph type="body" idx="111" hasCustomPrompt="1"/>
          </p:nvPr>
        </p:nvSpPr>
        <p:spPr>
          <a:xfrm>
            <a:off x="7205289" y="3200400"/>
            <a:ext cx="1944563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Milestone</a:t>
            </a:r>
          </a:p>
        </p:txBody>
      </p:sp>
      <p:sp>
        <p:nvSpPr>
          <p:cNvPr id="21" name="milestone4_body"/>
          <p:cNvSpPr>
            <a:spLocks noGrp="1"/>
          </p:cNvSpPr>
          <p:nvPr>
            <p:ph type="body" idx="112" hasCustomPrompt="1"/>
          </p:nvPr>
        </p:nvSpPr>
        <p:spPr>
          <a:xfrm>
            <a:off x="7205289" y="3840480"/>
            <a:ext cx="1944563" cy="2194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 sentence.</a:t>
            </a:r>
          </a:p>
        </p:txBody>
      </p:sp>
      <p:sp>
        <p:nvSpPr>
          <p:cNvPr id="22" name="Decoration"/>
          <p:cNvSpPr/>
          <p:nvPr userDrawn="1"/>
        </p:nvSpPr>
        <p:spPr>
          <a:xfrm>
            <a:off x="9424172" y="2642616"/>
            <a:ext cx="292608" cy="29260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milestone5_date"/>
          <p:cNvSpPr>
            <a:spLocks noGrp="1"/>
          </p:cNvSpPr>
          <p:nvPr>
            <p:ph type="body" idx="113" hasCustomPrompt="1"/>
          </p:nvPr>
        </p:nvSpPr>
        <p:spPr>
          <a:xfrm>
            <a:off x="9424172" y="2057400"/>
            <a:ext cx="1944563" cy="41148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Q1 2026</a:t>
            </a:r>
          </a:p>
        </p:txBody>
      </p:sp>
      <p:sp>
        <p:nvSpPr>
          <p:cNvPr id="24" name="milestone5_title"/>
          <p:cNvSpPr>
            <a:spLocks noGrp="1"/>
          </p:cNvSpPr>
          <p:nvPr>
            <p:ph type="body" idx="114" hasCustomPrompt="1"/>
          </p:nvPr>
        </p:nvSpPr>
        <p:spPr>
          <a:xfrm>
            <a:off x="9424172" y="3200400"/>
            <a:ext cx="1944563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Milestone</a:t>
            </a:r>
          </a:p>
        </p:txBody>
      </p:sp>
      <p:sp>
        <p:nvSpPr>
          <p:cNvPr id="25" name="milestone5_body"/>
          <p:cNvSpPr>
            <a:spLocks noGrp="1"/>
          </p:cNvSpPr>
          <p:nvPr>
            <p:ph type="body" idx="115" hasCustomPrompt="1"/>
          </p:nvPr>
        </p:nvSpPr>
        <p:spPr>
          <a:xfrm>
            <a:off x="9424172" y="3840480"/>
            <a:ext cx="1944563" cy="2194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 sentence.</a:t>
            </a:r>
          </a:p>
        </p:txBody>
      </p:sp>
      <p:sp>
        <p:nvSpPr>
          <p:cNvPr id="26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Matri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ard"/>
          <p:cNvSpPr/>
          <p:nvPr userDrawn="1"/>
        </p:nvSpPr>
        <p:spPr>
          <a:xfrm>
            <a:off x="1051560" y="1691640"/>
            <a:ext cx="3429000" cy="1874520"/>
          </a:xfrm>
          <a:prstGeom prst="roundRect">
            <a:avLst>
              <a:gd name="adj" fmla="val 7804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q1_heading"/>
          <p:cNvSpPr>
            <a:spLocks noGrp="1"/>
          </p:cNvSpPr>
          <p:nvPr>
            <p:ph type="body" idx="101" hasCustomPrompt="1"/>
          </p:nvPr>
        </p:nvSpPr>
        <p:spPr>
          <a:xfrm>
            <a:off x="1325880" y="1920240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Quadrant</a:t>
            </a:r>
          </a:p>
        </p:txBody>
      </p:sp>
      <p:sp>
        <p:nvSpPr>
          <p:cNvPr id="7" name="q1_body"/>
          <p:cNvSpPr>
            <a:spLocks noGrp="1"/>
          </p:cNvSpPr>
          <p:nvPr>
            <p:ph type="body" idx="102" hasCustomPrompt="1"/>
          </p:nvPr>
        </p:nvSpPr>
        <p:spPr>
          <a:xfrm>
            <a:off x="1325880" y="237744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What sits here.</a:t>
            </a:r>
          </a:p>
        </p:txBody>
      </p:sp>
      <p:sp>
        <p:nvSpPr>
          <p:cNvPr id="8" name="Card"/>
          <p:cNvSpPr/>
          <p:nvPr userDrawn="1"/>
        </p:nvSpPr>
        <p:spPr>
          <a:xfrm>
            <a:off x="4663440" y="1691640"/>
            <a:ext cx="3429000" cy="1874520"/>
          </a:xfrm>
          <a:prstGeom prst="roundRect">
            <a:avLst>
              <a:gd name="adj" fmla="val 7804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q2_heading"/>
          <p:cNvSpPr>
            <a:spLocks noGrp="1"/>
          </p:cNvSpPr>
          <p:nvPr>
            <p:ph type="body" idx="103" hasCustomPrompt="1"/>
          </p:nvPr>
        </p:nvSpPr>
        <p:spPr>
          <a:xfrm>
            <a:off x="4937760" y="1920240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1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Quadrant</a:t>
            </a:r>
          </a:p>
        </p:txBody>
      </p:sp>
      <p:sp>
        <p:nvSpPr>
          <p:cNvPr id="10" name="q2_body"/>
          <p:cNvSpPr>
            <a:spLocks noGrp="1"/>
          </p:cNvSpPr>
          <p:nvPr>
            <p:ph type="body" idx="104" hasCustomPrompt="1"/>
          </p:nvPr>
        </p:nvSpPr>
        <p:spPr>
          <a:xfrm>
            <a:off x="4937760" y="237744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What sits here.</a:t>
            </a:r>
          </a:p>
        </p:txBody>
      </p:sp>
      <p:sp>
        <p:nvSpPr>
          <p:cNvPr id="11" name="Card"/>
          <p:cNvSpPr/>
          <p:nvPr userDrawn="1"/>
        </p:nvSpPr>
        <p:spPr>
          <a:xfrm>
            <a:off x="1051560" y="3749040"/>
            <a:ext cx="3429000" cy="1874520"/>
          </a:xfrm>
          <a:prstGeom prst="roundRect">
            <a:avLst>
              <a:gd name="adj" fmla="val 7804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q3_heading"/>
          <p:cNvSpPr>
            <a:spLocks noGrp="1"/>
          </p:cNvSpPr>
          <p:nvPr>
            <p:ph type="body" idx="105" hasCustomPrompt="1"/>
          </p:nvPr>
        </p:nvSpPr>
        <p:spPr>
          <a:xfrm>
            <a:off x="1325880" y="3977640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Quadrant</a:t>
            </a:r>
          </a:p>
        </p:txBody>
      </p:sp>
      <p:sp>
        <p:nvSpPr>
          <p:cNvPr id="13" name="q3_body"/>
          <p:cNvSpPr>
            <a:spLocks noGrp="1"/>
          </p:cNvSpPr>
          <p:nvPr>
            <p:ph type="body" idx="106" hasCustomPrompt="1"/>
          </p:nvPr>
        </p:nvSpPr>
        <p:spPr>
          <a:xfrm>
            <a:off x="1325880" y="443484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What sits here.</a:t>
            </a:r>
          </a:p>
        </p:txBody>
      </p:sp>
      <p:sp>
        <p:nvSpPr>
          <p:cNvPr id="14" name="Card"/>
          <p:cNvSpPr/>
          <p:nvPr userDrawn="1"/>
        </p:nvSpPr>
        <p:spPr>
          <a:xfrm>
            <a:off x="4663440" y="3749040"/>
            <a:ext cx="3429000" cy="1874520"/>
          </a:xfrm>
          <a:prstGeom prst="roundRect">
            <a:avLst>
              <a:gd name="adj" fmla="val 7804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q4_heading"/>
          <p:cNvSpPr>
            <a:spLocks noGrp="1"/>
          </p:cNvSpPr>
          <p:nvPr>
            <p:ph type="body" idx="107" hasCustomPrompt="1"/>
          </p:nvPr>
        </p:nvSpPr>
        <p:spPr>
          <a:xfrm>
            <a:off x="4937760" y="3977640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Quadrant</a:t>
            </a:r>
          </a:p>
        </p:txBody>
      </p:sp>
      <p:sp>
        <p:nvSpPr>
          <p:cNvPr id="16" name="q4_body"/>
          <p:cNvSpPr>
            <a:spLocks noGrp="1"/>
          </p:cNvSpPr>
          <p:nvPr>
            <p:ph type="body" idx="108" hasCustomPrompt="1"/>
          </p:nvPr>
        </p:nvSpPr>
        <p:spPr>
          <a:xfrm>
            <a:off x="4937760" y="443484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What sits here.</a:t>
            </a:r>
          </a:p>
        </p:txBody>
      </p:sp>
      <p:sp>
        <p:nvSpPr>
          <p:cNvPr id="17" name="y_axis"/>
          <p:cNvSpPr>
            <a:spLocks noGrp="1"/>
          </p:cNvSpPr>
          <p:nvPr>
            <p:ph type="body" idx="109" hasCustomPrompt="1"/>
          </p:nvPr>
        </p:nvSpPr>
        <p:spPr>
          <a:xfrm>
            <a:off x="548640" y="1691640"/>
            <a:ext cx="320040" cy="3931920"/>
          </a:xfrm>
          <a:prstGeom prst="rect">
            <a:avLst/>
          </a:prstGeom>
          <a:noFill/>
        </p:spPr>
        <p:txBody>
          <a:bodyPr vert="vert270" wrap="square" lIns="0" tIns="0" rIns="0" bIns="0" rtlCol="0"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 cap="all" spc="12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Vertical axis ↑</a:t>
            </a:r>
          </a:p>
        </p:txBody>
      </p:sp>
      <p:sp>
        <p:nvSpPr>
          <p:cNvPr id="18" name="x_axis"/>
          <p:cNvSpPr>
            <a:spLocks noGrp="1"/>
          </p:cNvSpPr>
          <p:nvPr>
            <p:ph type="body" idx="110" hasCustomPrompt="1"/>
          </p:nvPr>
        </p:nvSpPr>
        <p:spPr>
          <a:xfrm>
            <a:off x="1051560" y="5733288"/>
            <a:ext cx="704088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 cap="all" spc="12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Horizontal axis →</a:t>
            </a:r>
          </a:p>
        </p:txBody>
      </p:sp>
      <p:sp>
        <p:nvSpPr>
          <p:cNvPr id="21" name="takeaway"/>
          <p:cNvSpPr>
            <a:spLocks noGrp="1"/>
          </p:cNvSpPr>
          <p:nvPr>
            <p:ph type="body" idx="111" hasCustomPrompt="1"/>
          </p:nvPr>
        </p:nvSpPr>
        <p:spPr>
          <a:xfrm>
            <a:off x="8458200" y="1691640"/>
            <a:ext cx="3184855" cy="4343400"/>
          </a:xfrm>
          <a:prstGeom prst="rect">
            <a:avLst/>
          </a:prstGeom>
          <a:noFill/>
        </p:spPr>
        <p:txBody>
          <a:bodyPr wrap="square" lIns="320040" tIns="365760" rIns="304495" bIns="32004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  <a:defRPr sz="1600" b="0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What the matrix tells us</a:t>
            </a:r>
          </a:p>
        </p:txBody>
      </p:sp>
      <p:sp>
        <p:nvSpPr>
          <p:cNvPr id="22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Te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Decoration"/>
          <p:cNvSpPr/>
          <p:nvPr userDrawn="1"/>
        </p:nvSpPr>
        <p:spPr>
          <a:xfrm>
            <a:off x="781012" y="2011680"/>
            <a:ext cx="2103120" cy="210312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person1_photo"/>
          <p:cNvSpPr>
            <a:spLocks noGrp="1"/>
          </p:cNvSpPr>
          <p:nvPr>
            <p:ph type="pic" idx="101" hasCustomPrompt="1"/>
          </p:nvPr>
        </p:nvSpPr>
        <p:spPr>
          <a:xfrm>
            <a:off x="781012" y="2011680"/>
            <a:ext cx="2103120" cy="2103120"/>
          </a:xfrm>
          <a:prstGeom prst="ellipse">
            <a:avLst/>
          </a:prstGeom>
          <a:noFill/>
        </p:spPr>
        <p:txBody>
          <a:bodyPr lIns="182880" tIns="182880" rIns="182880" bIns="182880" rtlCol="0"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Photo · square</a:t>
            </a:r>
          </a:p>
        </p:txBody>
      </p:sp>
      <p:sp>
        <p:nvSpPr>
          <p:cNvPr id="7" name="person1_name"/>
          <p:cNvSpPr>
            <a:spLocks noGrp="1"/>
          </p:cNvSpPr>
          <p:nvPr>
            <p:ph type="body" idx="102" hasCustomPrompt="1"/>
          </p:nvPr>
        </p:nvSpPr>
        <p:spPr>
          <a:xfrm>
            <a:off x="548640" y="4389120"/>
            <a:ext cx="256786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Full name</a:t>
            </a:r>
          </a:p>
        </p:txBody>
      </p:sp>
      <p:sp>
        <p:nvSpPr>
          <p:cNvPr id="8" name="person1_role"/>
          <p:cNvSpPr>
            <a:spLocks noGrp="1"/>
          </p:cNvSpPr>
          <p:nvPr>
            <p:ph type="body" idx="103" hasCustomPrompt="1"/>
          </p:nvPr>
        </p:nvSpPr>
        <p:spPr>
          <a:xfrm>
            <a:off x="548640" y="4846320"/>
            <a:ext cx="2567864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Role · Team</a:t>
            </a:r>
          </a:p>
        </p:txBody>
      </p:sp>
      <p:sp>
        <p:nvSpPr>
          <p:cNvPr id="9" name="Decoration"/>
          <p:cNvSpPr/>
          <p:nvPr userDrawn="1"/>
        </p:nvSpPr>
        <p:spPr>
          <a:xfrm>
            <a:off x="3623196" y="2011680"/>
            <a:ext cx="2103120" cy="210312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person2_photo"/>
          <p:cNvSpPr>
            <a:spLocks noGrp="1"/>
          </p:cNvSpPr>
          <p:nvPr>
            <p:ph type="pic" idx="104" hasCustomPrompt="1"/>
          </p:nvPr>
        </p:nvSpPr>
        <p:spPr>
          <a:xfrm>
            <a:off x="3623196" y="2011680"/>
            <a:ext cx="2103120" cy="2103120"/>
          </a:xfrm>
          <a:prstGeom prst="ellipse">
            <a:avLst/>
          </a:prstGeom>
          <a:noFill/>
        </p:spPr>
        <p:txBody>
          <a:bodyPr lIns="182880" tIns="182880" rIns="182880" bIns="182880" rtlCol="0"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Photo · square</a:t>
            </a:r>
          </a:p>
        </p:txBody>
      </p:sp>
      <p:sp>
        <p:nvSpPr>
          <p:cNvPr id="11" name="person2_name"/>
          <p:cNvSpPr>
            <a:spLocks noGrp="1"/>
          </p:cNvSpPr>
          <p:nvPr>
            <p:ph type="body" idx="105" hasCustomPrompt="1"/>
          </p:nvPr>
        </p:nvSpPr>
        <p:spPr>
          <a:xfrm>
            <a:off x="3390824" y="4389120"/>
            <a:ext cx="256786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Full name</a:t>
            </a:r>
          </a:p>
        </p:txBody>
      </p:sp>
      <p:sp>
        <p:nvSpPr>
          <p:cNvPr id="12" name="person2_role"/>
          <p:cNvSpPr>
            <a:spLocks noGrp="1"/>
          </p:cNvSpPr>
          <p:nvPr>
            <p:ph type="body" idx="106" hasCustomPrompt="1"/>
          </p:nvPr>
        </p:nvSpPr>
        <p:spPr>
          <a:xfrm>
            <a:off x="3390824" y="4846320"/>
            <a:ext cx="2567864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Role · Team</a:t>
            </a:r>
          </a:p>
        </p:txBody>
      </p:sp>
      <p:sp>
        <p:nvSpPr>
          <p:cNvPr id="13" name="Decoration"/>
          <p:cNvSpPr/>
          <p:nvPr userDrawn="1"/>
        </p:nvSpPr>
        <p:spPr>
          <a:xfrm>
            <a:off x="6465380" y="2011680"/>
            <a:ext cx="2103120" cy="210312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person3_photo"/>
          <p:cNvSpPr>
            <a:spLocks noGrp="1"/>
          </p:cNvSpPr>
          <p:nvPr>
            <p:ph type="pic" idx="107" hasCustomPrompt="1"/>
          </p:nvPr>
        </p:nvSpPr>
        <p:spPr>
          <a:xfrm>
            <a:off x="6465380" y="2011680"/>
            <a:ext cx="2103120" cy="2103120"/>
          </a:xfrm>
          <a:prstGeom prst="ellipse">
            <a:avLst/>
          </a:prstGeom>
          <a:noFill/>
        </p:spPr>
        <p:txBody>
          <a:bodyPr lIns="182880" tIns="182880" rIns="182880" bIns="182880" rtlCol="0"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Photo · square</a:t>
            </a:r>
          </a:p>
        </p:txBody>
      </p:sp>
      <p:sp>
        <p:nvSpPr>
          <p:cNvPr id="15" name="person3_name"/>
          <p:cNvSpPr>
            <a:spLocks noGrp="1"/>
          </p:cNvSpPr>
          <p:nvPr>
            <p:ph type="body" idx="108" hasCustomPrompt="1"/>
          </p:nvPr>
        </p:nvSpPr>
        <p:spPr>
          <a:xfrm>
            <a:off x="6233008" y="4389120"/>
            <a:ext cx="256786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Full name</a:t>
            </a:r>
          </a:p>
        </p:txBody>
      </p:sp>
      <p:sp>
        <p:nvSpPr>
          <p:cNvPr id="16" name="person3_role"/>
          <p:cNvSpPr>
            <a:spLocks noGrp="1"/>
          </p:cNvSpPr>
          <p:nvPr>
            <p:ph type="body" idx="109" hasCustomPrompt="1"/>
          </p:nvPr>
        </p:nvSpPr>
        <p:spPr>
          <a:xfrm>
            <a:off x="6233008" y="4846320"/>
            <a:ext cx="2567864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Role · Team</a:t>
            </a:r>
          </a:p>
        </p:txBody>
      </p:sp>
      <p:sp>
        <p:nvSpPr>
          <p:cNvPr id="17" name="Decoration"/>
          <p:cNvSpPr/>
          <p:nvPr userDrawn="1"/>
        </p:nvSpPr>
        <p:spPr>
          <a:xfrm>
            <a:off x="9307563" y="2011680"/>
            <a:ext cx="2103120" cy="210312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person4_photo"/>
          <p:cNvSpPr>
            <a:spLocks noGrp="1"/>
          </p:cNvSpPr>
          <p:nvPr>
            <p:ph type="pic" idx="110" hasCustomPrompt="1"/>
          </p:nvPr>
        </p:nvSpPr>
        <p:spPr>
          <a:xfrm>
            <a:off x="9307563" y="2011680"/>
            <a:ext cx="2103120" cy="2103120"/>
          </a:xfrm>
          <a:prstGeom prst="ellipse">
            <a:avLst/>
          </a:prstGeom>
          <a:noFill/>
        </p:spPr>
        <p:txBody>
          <a:bodyPr lIns="182880" tIns="182880" rIns="182880" bIns="182880" rtlCol="0"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Photo · square</a:t>
            </a:r>
          </a:p>
        </p:txBody>
      </p:sp>
      <p:sp>
        <p:nvSpPr>
          <p:cNvPr id="19" name="person4_name"/>
          <p:cNvSpPr>
            <a:spLocks noGrp="1"/>
          </p:cNvSpPr>
          <p:nvPr>
            <p:ph type="body" idx="111" hasCustomPrompt="1"/>
          </p:nvPr>
        </p:nvSpPr>
        <p:spPr>
          <a:xfrm>
            <a:off x="9075191" y="4389120"/>
            <a:ext cx="256786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Full name</a:t>
            </a:r>
          </a:p>
        </p:txBody>
      </p:sp>
      <p:sp>
        <p:nvSpPr>
          <p:cNvPr id="20" name="person4_role"/>
          <p:cNvSpPr>
            <a:spLocks noGrp="1"/>
          </p:cNvSpPr>
          <p:nvPr>
            <p:ph type="body" idx="112" hasCustomPrompt="1"/>
          </p:nvPr>
        </p:nvSpPr>
        <p:spPr>
          <a:xfrm>
            <a:off x="9075191" y="4846320"/>
            <a:ext cx="2567864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Role · Team</a:t>
            </a:r>
          </a:p>
        </p:txBody>
      </p:sp>
      <p:sp>
        <p:nvSpPr>
          <p:cNvPr id="21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C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body"/>
          <p:cNvSpPr>
            <a:spLocks noGrp="1"/>
          </p:cNvSpPr>
          <p:nvPr>
            <p:ph type="body" idx="101" hasCustomPrompt="1"/>
          </p:nvPr>
        </p:nvSpPr>
        <p:spPr>
          <a:xfrm>
            <a:off x="548640" y="1691640"/>
            <a:ext cx="4206240" cy="434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292608" indent="-292608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ct val="70000"/>
              <a:buFont typeface="Arial"/>
              <a:buChar char="■"/>
              <a:defRPr sz="1600" b="0" dirty="0">
                <a:solidFill>
                  <a:schemeClr val="tx1"/>
                </a:solidFill>
              </a:defRPr>
            </a:lvl1pPr>
            <a:lvl2pPr marL="640080" indent="-256032">
              <a:lnSpc>
                <a:spcPct val="110000"/>
              </a:lnSpc>
              <a:spcAft>
                <a:spcPts val="1000"/>
              </a:spcAft>
              <a:buClr>
                <a:schemeClr val="accent3"/>
              </a:buClr>
              <a:buFont typeface="Arial"/>
              <a:buChar char="–"/>
              <a:defRPr sz="1400" b="0">
                <a:solidFill>
                  <a:schemeClr val="accent3"/>
                </a:solidFill>
              </a:defRPr>
            </a:lvl2pPr>
          </a:lstStyle>
          <a:p>
            <a:r>
              <a:rPr lang="en-US" dirty="0"/>
              <a:t>What the code does</a:t>
            </a:r>
          </a:p>
        </p:txBody>
      </p:sp>
      <p:sp>
        <p:nvSpPr>
          <p:cNvPr id="6" name="Decoration"/>
          <p:cNvSpPr/>
          <p:nvPr userDrawn="1"/>
        </p:nvSpPr>
        <p:spPr>
          <a:xfrm>
            <a:off x="5120640" y="1691640"/>
            <a:ext cx="6522415" cy="4343400"/>
          </a:xfrm>
          <a:prstGeom prst="roundRect">
            <a:avLst>
              <a:gd name="adj" fmla="val 3368"/>
            </a:avLst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Decoration"/>
          <p:cNvSpPr/>
          <p:nvPr userDrawn="1"/>
        </p:nvSpPr>
        <p:spPr>
          <a:xfrm>
            <a:off x="5349240" y="1874520"/>
            <a:ext cx="109728" cy="1097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Decoration"/>
          <p:cNvSpPr/>
          <p:nvPr userDrawn="1"/>
        </p:nvSpPr>
        <p:spPr>
          <a:xfrm>
            <a:off x="5550408" y="1874520"/>
            <a:ext cx="109728" cy="10972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Decoration"/>
          <p:cNvSpPr/>
          <p:nvPr userDrawn="1"/>
        </p:nvSpPr>
        <p:spPr>
          <a:xfrm>
            <a:off x="5751576" y="1874520"/>
            <a:ext cx="109728" cy="1097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code"/>
          <p:cNvSpPr>
            <a:spLocks noGrp="1"/>
          </p:cNvSpPr>
          <p:nvPr>
            <p:ph type="body" idx="102" hasCustomPrompt="1"/>
          </p:nvPr>
        </p:nvSpPr>
        <p:spPr>
          <a:xfrm>
            <a:off x="5440680" y="2240280"/>
            <a:ext cx="5925312" cy="3566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0" dirty="0">
                <a:solidFill>
                  <a:schemeClr val="bg2"/>
                </a:solidFill>
                <a:latin typeface="Courier New"/>
                <a:cs typeface="Courier New"/>
              </a:defRPr>
            </a:lvl1pPr>
          </a:lstStyle>
          <a:p>
            <a:r>
              <a:rPr lang="en-US" dirty="0"/>
              <a:t>code</a:t>
            </a:r>
          </a:p>
        </p:txBody>
      </p:sp>
      <p:sp>
        <p:nvSpPr>
          <p:cNvPr id="11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Title Only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idx="100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4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le"/>
          <p:cNvSpPr/>
          <p:nvPr userDrawn="1"/>
        </p:nvSpPr>
        <p:spPr>
          <a:xfrm>
            <a:off x="7635240" y="960120"/>
            <a:ext cx="896112" cy="896112"/>
          </a:xfrm>
          <a:prstGeom prst="roundRect">
            <a:avLst>
              <a:gd name="adj" fmla="val 13500"/>
            </a:avLst>
          </a:prstGeom>
          <a:noFill/>
          <a:ln w="15875">
            <a:solidFill>
              <a:schemeClr val="accent4">
                <a:alpha val="70000"/>
              </a:scheme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ile"/>
          <p:cNvSpPr/>
          <p:nvPr userDrawn="1"/>
        </p:nvSpPr>
        <p:spPr>
          <a:xfrm>
            <a:off x="8686800" y="960120"/>
            <a:ext cx="896112" cy="89611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ile"/>
          <p:cNvSpPr/>
          <p:nvPr userDrawn="1"/>
        </p:nvSpPr>
        <p:spPr>
          <a:xfrm>
            <a:off x="9738360" y="960120"/>
            <a:ext cx="1947672" cy="19476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le"/>
          <p:cNvSpPr/>
          <p:nvPr userDrawn="1"/>
        </p:nvSpPr>
        <p:spPr>
          <a:xfrm>
            <a:off x="7635240" y="2011680"/>
            <a:ext cx="1947672" cy="1947672"/>
          </a:xfrm>
          <a:prstGeom prst="roundRect">
            <a:avLst>
              <a:gd name="adj" fmla="val 13500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ile"/>
          <p:cNvSpPr/>
          <p:nvPr userDrawn="1"/>
        </p:nvSpPr>
        <p:spPr>
          <a:xfrm>
            <a:off x="9738360" y="3063240"/>
            <a:ext cx="896112" cy="89611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Tile"/>
          <p:cNvSpPr/>
          <p:nvPr userDrawn="1"/>
        </p:nvSpPr>
        <p:spPr>
          <a:xfrm>
            <a:off x="10789920" y="3063240"/>
            <a:ext cx="896112" cy="896112"/>
          </a:xfrm>
          <a:prstGeom prst="roundRect">
            <a:avLst>
              <a:gd name="adj" fmla="val 13500"/>
            </a:avLst>
          </a:prstGeom>
          <a:noFill/>
          <a:ln w="15875">
            <a:solidFill>
              <a:schemeClr val="accent4">
                <a:alpha val="70000"/>
              </a:scheme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Tile"/>
          <p:cNvSpPr/>
          <p:nvPr userDrawn="1"/>
        </p:nvSpPr>
        <p:spPr>
          <a:xfrm>
            <a:off x="8686800" y="4114800"/>
            <a:ext cx="896112" cy="89611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Tile"/>
          <p:cNvSpPr/>
          <p:nvPr userDrawn="1"/>
        </p:nvSpPr>
        <p:spPr>
          <a:xfrm>
            <a:off x="10789920" y="4114800"/>
            <a:ext cx="896112" cy="896112"/>
          </a:xfrm>
          <a:prstGeom prst="roundRect">
            <a:avLst>
              <a:gd name="adj" fmla="val 13500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1463040"/>
            <a:ext cx="658368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 idx="103" hasCustomPrompt="1"/>
          </p:nvPr>
        </p:nvSpPr>
        <p:spPr>
          <a:xfrm>
            <a:off x="548640" y="1828800"/>
            <a:ext cx="6675120" cy="1600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4400" b="1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04" hasCustomPrompt="1"/>
          </p:nvPr>
        </p:nvSpPr>
        <p:spPr>
          <a:xfrm>
            <a:off x="548640" y="3611880"/>
            <a:ext cx="6400800" cy="2103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 b="0" dirty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Next steps, contact or link</a:t>
            </a:r>
          </a:p>
        </p:txBody>
      </p:sp>
      <p:sp>
        <p:nvSpPr>
          <p:cNvPr id="14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Closing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le"/>
          <p:cNvSpPr/>
          <p:nvPr userDrawn="1"/>
        </p:nvSpPr>
        <p:spPr>
          <a:xfrm>
            <a:off x="7635240" y="960120"/>
            <a:ext cx="896112" cy="89611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ile"/>
          <p:cNvSpPr/>
          <p:nvPr userDrawn="1"/>
        </p:nvSpPr>
        <p:spPr>
          <a:xfrm>
            <a:off x="8686800" y="960120"/>
            <a:ext cx="1947672" cy="1947672"/>
          </a:xfrm>
          <a:prstGeom prst="roundRect">
            <a:avLst>
              <a:gd name="adj" fmla="val 13500"/>
            </a:avLst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ile"/>
          <p:cNvSpPr/>
          <p:nvPr userDrawn="1"/>
        </p:nvSpPr>
        <p:spPr>
          <a:xfrm>
            <a:off x="10789920" y="960120"/>
            <a:ext cx="896112" cy="896112"/>
          </a:xfrm>
          <a:prstGeom prst="roundRect">
            <a:avLst>
              <a:gd name="adj" fmla="val 13500"/>
            </a:avLst>
          </a:prstGeom>
          <a:noFill/>
          <a:ln w="15875">
            <a:solidFill>
              <a:schemeClr val="accent4">
                <a:alpha val="100000"/>
              </a:scheme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le"/>
          <p:cNvSpPr/>
          <p:nvPr userDrawn="1"/>
        </p:nvSpPr>
        <p:spPr>
          <a:xfrm>
            <a:off x="7635240" y="2011680"/>
            <a:ext cx="896112" cy="896112"/>
          </a:xfrm>
          <a:prstGeom prst="roundRect">
            <a:avLst>
              <a:gd name="adj" fmla="val 13500"/>
            </a:avLst>
          </a:prstGeom>
          <a:noFill/>
          <a:ln w="15875">
            <a:solidFill>
              <a:schemeClr val="accent4">
                <a:alpha val="100000"/>
              </a:schemeClr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ile"/>
          <p:cNvSpPr/>
          <p:nvPr userDrawn="1"/>
        </p:nvSpPr>
        <p:spPr>
          <a:xfrm>
            <a:off x="10789920" y="2011680"/>
            <a:ext cx="896112" cy="89611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Tile"/>
          <p:cNvSpPr/>
          <p:nvPr userDrawn="1"/>
        </p:nvSpPr>
        <p:spPr>
          <a:xfrm>
            <a:off x="7635240" y="3063240"/>
            <a:ext cx="896112" cy="89611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Tile"/>
          <p:cNvSpPr/>
          <p:nvPr userDrawn="1"/>
        </p:nvSpPr>
        <p:spPr>
          <a:xfrm>
            <a:off x="8686800" y="3063240"/>
            <a:ext cx="896112" cy="896112"/>
          </a:xfrm>
          <a:prstGeom prst="roundRect">
            <a:avLst>
              <a:gd name="adj" fmla="val 13500"/>
            </a:avLst>
          </a:prstGeom>
          <a:solidFill>
            <a:schemeClr val="accent4">
              <a:alpha val="22000"/>
            </a:schemeClr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Tile"/>
          <p:cNvSpPr/>
          <p:nvPr userDrawn="1"/>
        </p:nvSpPr>
        <p:spPr>
          <a:xfrm>
            <a:off x="9738360" y="3063240"/>
            <a:ext cx="1947672" cy="19476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Tile"/>
          <p:cNvSpPr/>
          <p:nvPr userDrawn="1"/>
        </p:nvSpPr>
        <p:spPr>
          <a:xfrm>
            <a:off x="8686800" y="4114800"/>
            <a:ext cx="896112" cy="89611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kicker"/>
          <p:cNvSpPr>
            <a:spLocks noGrp="1"/>
          </p:cNvSpPr>
          <p:nvPr>
            <p:ph type="body" idx="90" hasCustomPrompt="1"/>
          </p:nvPr>
        </p:nvSpPr>
        <p:spPr>
          <a:xfrm>
            <a:off x="548640" y="1463040"/>
            <a:ext cx="6583680" cy="2560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1" cap="all" spc="180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Kicker · optional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 idx="103" hasCustomPrompt="1"/>
          </p:nvPr>
        </p:nvSpPr>
        <p:spPr>
          <a:xfrm>
            <a:off x="548640" y="1828800"/>
            <a:ext cx="6675120" cy="1600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4400" b="1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04" hasCustomPrompt="1"/>
          </p:nvPr>
        </p:nvSpPr>
        <p:spPr>
          <a:xfrm>
            <a:off x="548640" y="3611880"/>
            <a:ext cx="6400800" cy="2103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 b="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Next steps, contact or link</a:t>
            </a:r>
          </a:p>
        </p:txBody>
      </p:sp>
      <p:sp>
        <p:nvSpPr>
          <p:cNvPr id="15" name="Brand mark"/>
          <p:cNvSpPr/>
          <p:nvPr userDrawn="1"/>
        </p:nvSpPr>
        <p:spPr>
          <a:xfrm>
            <a:off x="548640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Brand mark"/>
          <p:cNvSpPr/>
          <p:nvPr userDrawn="1"/>
        </p:nvSpPr>
        <p:spPr>
          <a:xfrm>
            <a:off x="713232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Brand mark"/>
          <p:cNvSpPr/>
          <p:nvPr userDrawn="1"/>
        </p:nvSpPr>
        <p:spPr>
          <a:xfrm>
            <a:off x="877824" y="6382512"/>
            <a:ext cx="118872" cy="118872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3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d Blank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 txBox="1"/>
          <p:nvPr userDrawn="1"/>
        </p:nvSpPr>
        <p:spPr>
          <a:xfrm>
            <a:off x="10728655" y="63459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fld id="{B6F15528-21DE-4FAA-801E-634DDDAF4B2B}" type="slidenum">
              <a:rPr lang="en-US" sz="900" dirty="0">
                <a:solidFill>
                  <a:schemeClr val="accent4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1.xml"/><Relationship Id="rId43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43.xml"/><Relationship Id="rId45" Type="http://schemas.openxmlformats.org/officeDocument/2006/relationships/slideLayout" Target="../slideLayouts/slideLayout44.xml"/><Relationship Id="rId46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548640" y="1691640"/>
            <a:ext cx="11094415" cy="4343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</p:sldLayoutIdLs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92608" indent="-292608" algn="l" defTabSz="91440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Clr>
          <a:schemeClr val="accent1"/>
        </a:buClr>
        <a:buSzPct val="70000"/>
        <a:buFont typeface="Arial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56032" algn="l" defTabSz="91440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Clr>
          <a:schemeClr val="accent3"/>
        </a:buClr>
        <a:buSzPct val="70000"/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552" indent="-256032" algn="l" defTabSz="91440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Clr>
          <a:schemeClr val="accent1"/>
        </a:buClr>
        <a:buSzPct val="70000"/>
        <a:buFont typeface="Arial"/>
        <a:buChar char="■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35024" indent="-256032" algn="l" defTabSz="91440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Clr>
          <a:schemeClr val="accent3"/>
        </a:buClr>
        <a:buSzPct val="70000"/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82496" indent="-256032" algn="l" defTabSz="91440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Clr>
          <a:schemeClr val="accent1"/>
        </a:buClr>
        <a:buSzPct val="70000"/>
        <a:buFont typeface="Arial"/>
        <a:buChar char="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29968" indent="-256032" algn="l" defTabSz="91440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Clr>
          <a:schemeClr val="accent3"/>
        </a:buClr>
        <a:buSzPct val="70000"/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56032" algn="l" defTabSz="91440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Clr>
          <a:schemeClr val="accent1"/>
        </a:buClr>
        <a:buSzPct val="70000"/>
        <a:buFont typeface="Arial"/>
        <a:buChar char="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24912" indent="-256032" algn="l" defTabSz="91440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Clr>
          <a:schemeClr val="accent3"/>
        </a:buClr>
        <a:buSzPct val="70000"/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072384" indent="-256032" algn="l" defTabSz="91440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Clr>
          <a:schemeClr val="accent1"/>
        </a:buClr>
        <a:buSzPct val="70000"/>
        <a:buFont typeface="Arial"/>
        <a:buChar char="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Fred · Design system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pPr/>
            <a:r>
              <a:t>Fred default presentation template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pPr/>
            <a:r>
              <a:t>The design the slide-generator agent uses when no custom template is provided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pPr/>
            <a:r>
              <a:t>Fred open source project · Apache-2.0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pPr/>
            <a:r>
              <a:t>Agenda</a:t>
            </a:r>
          </a:p>
        </p:txBody>
      </p:sp>
      <p:grpSp>
        <p:nvGrpSpPr>
          <p:cNvPr id="6" name="Agenda entry 1"/>
          <p:cNvGrpSpPr/>
          <p:nvPr/>
        </p:nvGrpSpPr>
        <p:grpSpPr>
          <a:xfrm>
            <a:off x="4846320" y="868680"/>
            <a:ext cx="6793992" cy="457200"/>
            <a:chOff x="4846320" y="868680"/>
            <a:chExt cx="6793992" cy="457200"/>
          </a:xfrm>
        </p:grpSpPr>
        <p:sp>
          <p:nvSpPr>
            <p:cNvPr id="4" name="number"/>
            <p:cNvSpPr txBox="1"/>
            <p:nvPr/>
          </p:nvSpPr>
          <p:spPr>
            <a:xfrm>
              <a:off x="4846320" y="868680"/>
              <a:ext cx="640080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chemeClr val="accent1"/>
                  </a:solidFill>
                </a:rPr>
                <a:t>01</a:t>
              </a:r>
            </a:p>
          </p:txBody>
        </p:sp>
        <p:sp>
          <p:nvSpPr>
            <p:cNvPr id="5" name="heading"/>
            <p:cNvSpPr txBox="1"/>
            <p:nvPr/>
          </p:nvSpPr>
          <p:spPr>
            <a:xfrm>
              <a:off x="5577840" y="868680"/>
              <a:ext cx="6062472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000" b="0" dirty="0">
                  <a:solidFill>
                    <a:schemeClr val="tx1"/>
                  </a:solidFill>
                </a:rPr>
                <a:t>Design principles</a:t>
              </a:r>
            </a:p>
          </p:txBody>
        </p:sp>
      </p:grpSp>
      <p:grpSp>
        <p:nvGrpSpPr>
          <p:cNvPr id="9" name="Agenda entry 2"/>
          <p:cNvGrpSpPr/>
          <p:nvPr/>
        </p:nvGrpSpPr>
        <p:grpSpPr>
          <a:xfrm>
            <a:off x="4846320" y="1600200"/>
            <a:ext cx="6793992" cy="457200"/>
            <a:chOff x="4846320" y="1600200"/>
            <a:chExt cx="6793992" cy="457200"/>
          </a:xfrm>
        </p:grpSpPr>
        <p:sp>
          <p:nvSpPr>
            <p:cNvPr id="7" name="number"/>
            <p:cNvSpPr txBox="1"/>
            <p:nvPr/>
          </p:nvSpPr>
          <p:spPr>
            <a:xfrm>
              <a:off x="4846320" y="1600200"/>
              <a:ext cx="640080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chemeClr val="accent1"/>
                  </a:solidFill>
                </a:rPr>
                <a:t>02</a:t>
              </a:r>
            </a:p>
          </p:txBody>
        </p:sp>
        <p:sp>
          <p:nvSpPr>
            <p:cNvPr id="8" name="heading"/>
            <p:cNvSpPr txBox="1"/>
            <p:nvPr/>
          </p:nvSpPr>
          <p:spPr>
            <a:xfrm>
              <a:off x="5577840" y="1600200"/>
              <a:ext cx="6062472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000" b="0" dirty="0">
                  <a:solidFill>
                    <a:schemeClr val="tx1"/>
                  </a:solidFill>
                </a:rPr>
                <a:t>Openings and sections</a:t>
              </a:r>
            </a:p>
          </p:txBody>
        </p:sp>
      </p:grpSp>
      <p:grpSp>
        <p:nvGrpSpPr>
          <p:cNvPr id="12" name="Agenda entry 3"/>
          <p:cNvGrpSpPr/>
          <p:nvPr/>
        </p:nvGrpSpPr>
        <p:grpSpPr>
          <a:xfrm>
            <a:off x="4846320" y="2331720"/>
            <a:ext cx="6793992" cy="457200"/>
            <a:chOff x="4846320" y="2331720"/>
            <a:chExt cx="6793992" cy="457200"/>
          </a:xfrm>
        </p:grpSpPr>
        <p:sp>
          <p:nvSpPr>
            <p:cNvPr id="10" name="number"/>
            <p:cNvSpPr txBox="1"/>
            <p:nvPr/>
          </p:nvSpPr>
          <p:spPr>
            <a:xfrm>
              <a:off x="4846320" y="2331720"/>
              <a:ext cx="640080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chemeClr val="accent1"/>
                  </a:solidFill>
                </a:rPr>
                <a:t>03</a:t>
              </a:r>
            </a:p>
          </p:txBody>
        </p:sp>
        <p:sp>
          <p:nvSpPr>
            <p:cNvPr id="11" name="heading"/>
            <p:cNvSpPr txBox="1"/>
            <p:nvPr/>
          </p:nvSpPr>
          <p:spPr>
            <a:xfrm>
              <a:off x="5577840" y="2331720"/>
              <a:ext cx="6062472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000" b="0" dirty="0">
                  <a:solidFill>
                    <a:schemeClr val="tx1"/>
                  </a:solidFill>
                </a:rPr>
                <a:t>Text and comparison layouts</a:t>
              </a:r>
            </a:p>
          </p:txBody>
        </p:sp>
      </p:grpSp>
      <p:grpSp>
        <p:nvGrpSpPr>
          <p:cNvPr id="15" name="Agenda entry 4"/>
          <p:cNvGrpSpPr/>
          <p:nvPr/>
        </p:nvGrpSpPr>
        <p:grpSpPr>
          <a:xfrm>
            <a:off x="4846320" y="3063240"/>
            <a:ext cx="6793992" cy="457200"/>
            <a:chOff x="4846320" y="3063240"/>
            <a:chExt cx="6793992" cy="457200"/>
          </a:xfrm>
        </p:grpSpPr>
        <p:sp>
          <p:nvSpPr>
            <p:cNvPr id="13" name="number"/>
            <p:cNvSpPr txBox="1"/>
            <p:nvPr/>
          </p:nvSpPr>
          <p:spPr>
            <a:xfrm>
              <a:off x="4846320" y="3063240"/>
              <a:ext cx="640080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chemeClr val="accent1"/>
                  </a:solidFill>
                </a:rPr>
                <a:t>04</a:t>
              </a:r>
            </a:p>
          </p:txBody>
        </p:sp>
        <p:sp>
          <p:nvSpPr>
            <p:cNvPr id="14" name="heading"/>
            <p:cNvSpPr txBox="1"/>
            <p:nvPr/>
          </p:nvSpPr>
          <p:spPr>
            <a:xfrm>
              <a:off x="5577840" y="3063240"/>
              <a:ext cx="6062472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000" b="0" dirty="0">
                  <a:solidFill>
                    <a:schemeClr val="tx1"/>
                  </a:solidFill>
                </a:rPr>
                <a:t>Visual layouts</a:t>
              </a:r>
            </a:p>
          </p:txBody>
        </p:sp>
      </p:grpSp>
      <p:grpSp>
        <p:nvGrpSpPr>
          <p:cNvPr id="18" name="Agenda entry 5"/>
          <p:cNvGrpSpPr/>
          <p:nvPr/>
        </p:nvGrpSpPr>
        <p:grpSpPr>
          <a:xfrm>
            <a:off x="4846320" y="3794760"/>
            <a:ext cx="6793992" cy="457200"/>
            <a:chOff x="4846320" y="3794760"/>
            <a:chExt cx="6793992" cy="457200"/>
          </a:xfrm>
        </p:grpSpPr>
        <p:sp>
          <p:nvSpPr>
            <p:cNvPr id="16" name="number"/>
            <p:cNvSpPr txBox="1"/>
            <p:nvPr/>
          </p:nvSpPr>
          <p:spPr>
            <a:xfrm>
              <a:off x="4846320" y="3794760"/>
              <a:ext cx="640080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chemeClr val="accent1"/>
                  </a:solidFill>
                </a:rPr>
                <a:t>05</a:t>
              </a:r>
            </a:p>
          </p:txBody>
        </p:sp>
        <p:sp>
          <p:nvSpPr>
            <p:cNvPr id="17" name="heading"/>
            <p:cNvSpPr txBox="1"/>
            <p:nvPr/>
          </p:nvSpPr>
          <p:spPr>
            <a:xfrm>
              <a:off x="5577840" y="3794760"/>
              <a:ext cx="6062472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000" b="0" dirty="0">
                  <a:solidFill>
                    <a:schemeClr val="tx1"/>
                  </a:solidFill>
                </a:rPr>
                <a:t>Data layouts</a:t>
              </a:r>
            </a:p>
          </p:txBody>
        </p:sp>
      </p:grpSp>
      <p:grpSp>
        <p:nvGrpSpPr>
          <p:cNvPr id="21" name="Agenda entry 6"/>
          <p:cNvGrpSpPr/>
          <p:nvPr/>
        </p:nvGrpSpPr>
        <p:grpSpPr>
          <a:xfrm>
            <a:off x="4846320" y="4526280"/>
            <a:ext cx="6793992" cy="457200"/>
            <a:chOff x="4846320" y="4526280"/>
            <a:chExt cx="6793992" cy="457200"/>
          </a:xfrm>
        </p:grpSpPr>
        <p:sp>
          <p:nvSpPr>
            <p:cNvPr id="19" name="number"/>
            <p:cNvSpPr txBox="1"/>
            <p:nvPr/>
          </p:nvSpPr>
          <p:spPr>
            <a:xfrm>
              <a:off x="4846320" y="4526280"/>
              <a:ext cx="640080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chemeClr val="accent1"/>
                  </a:solidFill>
                </a:rPr>
                <a:t>06</a:t>
              </a:r>
            </a:p>
          </p:txBody>
        </p:sp>
        <p:sp>
          <p:nvSpPr>
            <p:cNvPr id="20" name="heading"/>
            <p:cNvSpPr txBox="1"/>
            <p:nvPr/>
          </p:nvSpPr>
          <p:spPr>
            <a:xfrm>
              <a:off x="5577840" y="4526280"/>
              <a:ext cx="6062472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000" b="0" dirty="0">
                  <a:solidFill>
                    <a:schemeClr val="tx1"/>
                  </a:solidFill>
                </a:rPr>
                <a:t>Process, people and code</a:t>
              </a:r>
            </a:p>
          </p:txBody>
        </p:sp>
      </p:grpSp>
      <p:grpSp>
        <p:nvGrpSpPr>
          <p:cNvPr id="24" name="Agenda entry 7"/>
          <p:cNvGrpSpPr/>
          <p:nvPr/>
        </p:nvGrpSpPr>
        <p:grpSpPr>
          <a:xfrm>
            <a:off x="4846320" y="5257800"/>
            <a:ext cx="6793992" cy="457200"/>
            <a:chOff x="4846320" y="5257800"/>
            <a:chExt cx="6793992" cy="457200"/>
          </a:xfrm>
        </p:grpSpPr>
        <p:sp>
          <p:nvSpPr>
            <p:cNvPr id="22" name="number"/>
            <p:cNvSpPr txBox="1"/>
            <p:nvPr/>
          </p:nvSpPr>
          <p:spPr>
            <a:xfrm>
              <a:off x="4846320" y="5257800"/>
              <a:ext cx="640080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chemeClr val="accent1"/>
                  </a:solidFill>
                </a:rPr>
                <a:t>07</a:t>
              </a:r>
            </a:p>
          </p:txBody>
        </p:sp>
        <p:sp>
          <p:nvSpPr>
            <p:cNvPr id="23" name="heading"/>
            <p:cNvSpPr txBox="1"/>
            <p:nvPr/>
          </p:nvSpPr>
          <p:spPr>
            <a:xfrm>
              <a:off x="5577840" y="5257800"/>
              <a:ext cx="6062472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000" b="0" dirty="0">
                  <a:solidFill>
                    <a:schemeClr val="tx1"/>
                  </a:solidFill>
                </a:rPr>
                <a:t>Closings and free canvases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Design principles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One palette, one typeface, one motif</a:t>
            </a:r>
          </a:p>
        </p:txBody>
      </p:sp>
      <p:sp>
        <p:nvSpPr>
          <p:cNvPr id="4" name="Swatch Navy"/>
          <p:cNvSpPr/>
          <p:nvPr/>
        </p:nvSpPr>
        <p:spPr>
          <a:xfrm>
            <a:off x="548640" y="1783080"/>
            <a:ext cx="1097280" cy="1097280"/>
          </a:xfrm>
          <a:prstGeom prst="roundRect">
            <a:avLst>
              <a:gd name="adj" fmla="val 13500"/>
            </a:avLst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chemeClr val="tx2"/>
                </a:solidFill>
              </a:rPr>
              <a:t>Navy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39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chemeClr val="accent3"/>
                </a:solidFill>
              </a:rPr>
              <a:t>0F134F</a:t>
            </a:r>
          </a:p>
        </p:txBody>
      </p:sp>
      <p:sp>
        <p:nvSpPr>
          <p:cNvPr id="7" name="Swatch Indigo"/>
          <p:cNvSpPr/>
          <p:nvPr/>
        </p:nvSpPr>
        <p:spPr>
          <a:xfrm>
            <a:off x="1920240" y="1783080"/>
            <a:ext cx="1097280" cy="1097280"/>
          </a:xfrm>
          <a:prstGeom prst="roundRect">
            <a:avLst>
              <a:gd name="adj" fmla="val 135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3017520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chemeClr val="tx2"/>
                </a:solidFill>
              </a:rPr>
              <a:t>Indigo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291839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chemeClr val="accent3"/>
                </a:solidFill>
              </a:rPr>
              <a:t>4851C3</a:t>
            </a:r>
          </a:p>
        </p:txBody>
      </p:sp>
      <p:sp>
        <p:nvSpPr>
          <p:cNvPr id="10" name="Swatch Periwinkle"/>
          <p:cNvSpPr/>
          <p:nvPr/>
        </p:nvSpPr>
        <p:spPr>
          <a:xfrm>
            <a:off x="3291840" y="1783080"/>
            <a:ext cx="1097280" cy="1097280"/>
          </a:xfrm>
          <a:prstGeom prst="roundRect">
            <a:avLst>
              <a:gd name="adj" fmla="val 13500"/>
            </a:avLst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3017520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chemeClr val="tx2"/>
                </a:solidFill>
              </a:rPr>
              <a:t>Periwinkle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291839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chemeClr val="accent3"/>
                </a:solidFill>
              </a:rPr>
              <a:t>9CA4FF</a:t>
            </a:r>
          </a:p>
        </p:txBody>
      </p:sp>
      <p:sp>
        <p:nvSpPr>
          <p:cNvPr id="13" name="Swatch Teal"/>
          <p:cNvSpPr/>
          <p:nvPr/>
        </p:nvSpPr>
        <p:spPr>
          <a:xfrm>
            <a:off x="4663440" y="1783080"/>
            <a:ext cx="1097280" cy="1097280"/>
          </a:xfrm>
          <a:prstGeom prst="roundRect">
            <a:avLst>
              <a:gd name="adj" fmla="val 135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017520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chemeClr val="tx2"/>
                </a:solidFill>
              </a:rPr>
              <a:t>Teal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291839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chemeClr val="accent3"/>
                </a:solidFill>
              </a:rPr>
              <a:t>1C8199</a:t>
            </a:r>
          </a:p>
        </p:txBody>
      </p:sp>
      <p:sp>
        <p:nvSpPr>
          <p:cNvPr id="16" name="Swatch Slate"/>
          <p:cNvSpPr/>
          <p:nvPr/>
        </p:nvSpPr>
        <p:spPr>
          <a:xfrm>
            <a:off x="6035040" y="1783080"/>
            <a:ext cx="1097280" cy="1097280"/>
          </a:xfrm>
          <a:prstGeom prst="roundRect">
            <a:avLst>
              <a:gd name="adj" fmla="val 13500"/>
            </a:avLst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3017520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chemeClr val="tx2"/>
                </a:solidFill>
              </a:rPr>
              <a:t>Slate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291839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chemeClr val="accent3"/>
                </a:solidFill>
              </a:rPr>
              <a:t>575A8A</a:t>
            </a:r>
          </a:p>
        </p:txBody>
      </p:sp>
      <p:sp>
        <p:nvSpPr>
          <p:cNvPr id="19" name="Swatch Mist"/>
          <p:cNvSpPr/>
          <p:nvPr/>
        </p:nvSpPr>
        <p:spPr>
          <a:xfrm>
            <a:off x="7406640" y="1783080"/>
            <a:ext cx="1097280" cy="1097280"/>
          </a:xfrm>
          <a:prstGeom prst="roundRect">
            <a:avLst>
              <a:gd name="adj" fmla="val 13500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3017520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chemeClr val="tx2"/>
                </a:solidFill>
              </a:rPr>
              <a:t>Mist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291839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chemeClr val="accent3"/>
                </a:solidFill>
              </a:rPr>
              <a:t>F3F4F9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1691640"/>
            <a:ext cx="2864815" cy="43434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965960"/>
            <a:ext cx="2377440" cy="891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400" b="1">
                <a:solidFill>
                  <a:schemeClr val="accent1"/>
                </a:solidFill>
              </a:rPr>
              <a:t>Aa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058668"/>
            <a:ext cx="237744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chemeClr val="tx2"/>
                </a:solidFill>
              </a:rPr>
              <a:t>Arial, one family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557015"/>
            <a:ext cx="2377440" cy="231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0">
                <a:solidFill>
                  <a:schemeClr val="tx1"/>
                </a:solidFill>
              </a:rPr>
              <a:t>Titles 28–44 pt bold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989324"/>
            <a:ext cx="2377440" cy="231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0">
                <a:solidFill>
                  <a:schemeClr val="tx1"/>
                </a:solidFill>
              </a:rPr>
              <a:t>Body 14–20 pt regular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4421632"/>
            <a:ext cx="2377440" cy="198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chemeClr val="accent3"/>
                </a:solidFill>
              </a:rPr>
              <a:t>Captions 12 pt slate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4820920"/>
            <a:ext cx="2377440" cy="181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chemeClr val="accent1"/>
                </a:solidFill>
              </a:rPr>
              <a:t>KICKER 11 PT CAPS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343400"/>
            <a:ext cx="7863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chemeClr val="tx1"/>
                </a:solidFill>
              </a:rPr>
              <a:t>Navy carries openings, sections and closings; white carries content. Indigo is the single action colour.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chemeClr val="tx1"/>
                </a:solidFill>
              </a:rPr>
              <a:t>The Fred tile, a square with 13.5 % rounded corners, is the only motif: grids, markers, the brand mark.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chemeClr val="tx1"/>
                </a:solidFill>
              </a:rPr>
              <a:t>Every colour is a theme colour, so swapping the theme restyles every layout and chart.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Product review · Q3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pPr/>
            <a:r>
              <a:t>Knowledge assistants for every team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pPr/>
            <a:r>
              <a:t>How Fred agents turned 4,800 documents into answers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pPr/>
            <a:r>
              <a:t>Product team · October 2026</a:t>
            </a:r>
          </a:p>
        </p:txBody>
      </p:sp>
      <p:pic>
        <p:nvPicPr>
          <p:cNvPr id="6" name="Picture Placeholder 5" descr="hero_portrait.jpg"/>
          <p:cNvPicPr>
            <a:picLocks noGrp="1" noChangeAspect="1"/>
          </p:cNvPicPr>
          <p:nvPr>
            <p:ph type="pic" idx="106"/>
          </p:nvPr>
        </p:nvPicPr>
        <p:blipFill>
          <a:blip r:embed="rId2"/>
          <a:srcRect t="26" b="26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Internal workshop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pPr/>
            <a:r>
              <a:t>Designing agent workflows that people trust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pPr/>
            <a:r>
              <a:t>A light opening for document-style and printed decks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pPr/>
            <a:r>
              <a:t>UX guild · Paris ·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umber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/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4"/>
          </p:nvPr>
        </p:nvSpPr>
        <p:spPr/>
        <p:txBody>
          <a:bodyPr/>
          <a:lstStyle/>
          <a:p>
            <a:pPr/>
            <a:r>
              <a:t>Openings and sections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pPr/>
            <a:r>
              <a:t>Navy for structure, with the tile grid as the signature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umber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/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4"/>
          </p:nvPr>
        </p:nvSpPr>
        <p:spPr/>
        <p:txBody>
          <a:bodyPr/>
          <a:lstStyle/>
          <a:p>
            <a:pPr/>
            <a:r>
              <a:t>Text and comparison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pPr/>
            <a:r>
              <a:t>Indigo dividers break the rhythm in long decks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Principles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Why a default template matters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pPr/>
            <a:r>
              <a:t>Users without a corporate template still get a consistent, readable deck</a:t>
            </a:r>
          </a:p>
          <a:p>
            <a:pPr/>
            <a:r>
              <a:t>Named layouts let the agent pick a frame by intent instead of drawing shapes</a:t>
            </a:r>
          </a:p>
          <a:p>
            <a:pPr lvl="1"/>
            <a:r>
              <a:t>Placeholder names are stable: title, body, image, chart…</a:t>
            </a:r>
          </a:p>
          <a:p>
            <a:pPr/>
            <a:r>
              <a:t>Theme colours and fonts are defined once, so restyling means editing one file</a:t>
            </a:r>
          </a:p>
          <a:p>
            <a:pPr/>
            <a:r>
              <a:t>Arial renders with identical metrics in PowerPoint and LibreOffice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Responsibilities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What the agent controls, and what it does not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pPr/>
            <a:r>
              <a:t>Which layout each slide uses</a:t>
            </a:r>
          </a:p>
          <a:p>
            <a:pPr/>
            <a:r>
              <a:t>Text in every placeholder</a:t>
            </a:r>
          </a:p>
          <a:p>
            <a:pPr/>
            <a:r>
              <a:t>Charts, tables and images</a:t>
            </a:r>
          </a:p>
          <a:p>
            <a:pPr/>
            <a:r>
              <a:t>Which optional placeholders to remove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Colours, fonts and sizes</a:t>
            </a:r>
          </a:p>
          <a:p>
            <a:pPr/>
            <a:r>
              <a:t>Positions and margins</a:t>
            </a:r>
          </a:p>
          <a:p>
            <a:pPr/>
            <a:r>
              <a:t>Slide numbers and backgrounds</a:t>
            </a:r>
          </a:p>
          <a:p>
            <a:pPr/>
            <a:r>
              <a:t>Decorative tiles and brand mark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Design pillars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Three rules behind every layout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pPr/>
            <a:r>
              <a:t>Intent first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Each layout answers one communication need: compare, prove, explain, show. The agent picks by intent.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/>
            <a:r>
              <a:t>Theme driven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pPr/>
            <a:r>
              <a:t>No hard-coded colour. Decorations and placeholders use scheme colours, so a new theme restyles everything.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pPr/>
            <a:r>
              <a:t>Fail-safe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pPr/>
            <a:r>
              <a:t>Empty placeholders disappear, generous boxes absorb long text, and every image is cropped to fit.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Options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Default template or custom template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/>
            <a:r>
              <a:t>Default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pPr/>
            <a:r>
              <a:t>Used when the user uploads nothing</a:t>
            </a:r>
          </a:p>
          <a:p>
            <a:pPr/>
            <a:r>
              <a:t>Known layouts, predictable output</a:t>
            </a:r>
          </a:p>
          <a:p>
            <a:pPr/>
            <a:r>
              <a:t>Ships with Fred under Apache-2.0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pPr/>
            <a:r>
              <a:t>Custom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pPr/>
            <a:r>
              <a:t>Uploaded by the user or the team</a:t>
            </a:r>
          </a:p>
          <a:p>
            <a:pPr/>
            <a:r>
              <a:t>Layouts discovered at upload time</a:t>
            </a:r>
          </a:p>
          <a:p>
            <a:pPr/>
            <a:r>
              <a:t>Brand stays under the owner’s licence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Transformation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From hand-made slides to generated decks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/>
            <a:r>
              <a:t>Before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pPr/>
            <a:r>
              <a:t>Hours spent aligning boxes</a:t>
            </a:r>
          </a:p>
          <a:p>
            <a:pPr/>
            <a:r>
              <a:t>Every deck looks different</a:t>
            </a:r>
          </a:p>
          <a:p>
            <a:pPr/>
            <a:r>
              <a:t>Charts pasted as pictures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pPr/>
            <a:r>
              <a:t>After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pPr/>
            <a:r>
              <a:t>A first draft in minutes</a:t>
            </a:r>
          </a:p>
          <a:p>
            <a:pPr/>
            <a:r>
              <a:t>One coherent visual language</a:t>
            </a:r>
          </a:p>
          <a:p>
            <a:pPr/>
            <a:r>
              <a:t>Native, editable charts and tables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Capabilities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What a Fred agent brings to a team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pPr/>
            <a:r>
              <a:t>Search your documents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Answers grounded in your own libraries, with sources quoted.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/>
            <a:r>
              <a:t>Automate reports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pPr/>
            <a:r>
              <a:t>Recurring syntheses written and formatted without manual work.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pPr/>
            <a:r>
              <a:t>Compare versions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pPr/>
            <a:r>
              <a:t>Changes between two contracts or specs, highlighted clause by clause.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07"/>
          </p:nvPr>
        </p:nvSpPr>
        <p:spPr/>
        <p:txBody>
          <a:bodyPr/>
          <a:lstStyle/>
          <a:p>
            <a:pPr/>
            <a:r>
              <a:t>Generate decks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08"/>
          </p:nvPr>
        </p:nvSpPr>
        <p:spPr/>
        <p:txBody>
          <a:bodyPr/>
          <a:lstStyle/>
          <a:p>
            <a:pPr/>
            <a:r>
              <a:t>Presentations built on this template, ready to edit in PowerPoint.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Platform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Six building blocks, one platform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pPr/>
            <a:r>
              <a:t>Agents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Specialised assistants with their own tools.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/>
            <a:r>
              <a:t>Knowledge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pPr/>
            <a:r>
              <a:t>Libraries indexed for retrieval.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pPr/>
            <a:r>
              <a:t>Connectors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pPr/>
            <a:r>
              <a:t>Drive, SharePoint, Git and more.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07"/>
          </p:nvPr>
        </p:nvSpPr>
        <p:spPr/>
        <p:txBody>
          <a:bodyPr/>
          <a:lstStyle/>
          <a:p>
            <a:pPr/>
            <a:r>
              <a:t>Security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08"/>
          </p:nvPr>
        </p:nvSpPr>
        <p:spPr/>
        <p:txBody>
          <a:bodyPr/>
          <a:lstStyle/>
          <a:p>
            <a:pPr/>
            <a:r>
              <a:t>Access rights follow your sources.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09"/>
          </p:nvPr>
        </p:nvSpPr>
        <p:spPr/>
        <p:txBody>
          <a:bodyPr/>
          <a:lstStyle/>
          <a:p>
            <a:pPr/>
            <a:r>
              <a:t>Monitoring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10"/>
          </p:nvPr>
        </p:nvSpPr>
        <p:spPr/>
        <p:txBody>
          <a:bodyPr/>
          <a:lstStyle/>
          <a:p>
            <a:pPr/>
            <a:r>
              <a:t>Usage, cost and quality dashboards.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111"/>
          </p:nvPr>
        </p:nvSpPr>
        <p:spPr/>
        <p:txBody>
          <a:bodyPr/>
          <a:lstStyle/>
          <a:p>
            <a:pPr/>
            <a:r>
              <a:t>Open source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112"/>
          </p:nvPr>
        </p:nvSpPr>
        <p:spPr/>
        <p:txBody>
          <a:bodyPr/>
          <a:lstStyle/>
          <a:p>
            <a:pPr/>
            <a:r>
              <a:t>Apache-2.0, self-hostable anywhere.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Design principle</a:t>
            </a:r>
          </a:p>
        </p:txBody>
      </p:sp>
      <p:sp>
        <p:nvSpPr>
          <p:cNvPr id="3" name="title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pPr/>
            <a:r>
              <a:t>A template is a promise: whatever the user asks for, the deck will belong together.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Consistency is what makes a generated deck look designed rather than assembled.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Key message</a:t>
            </a:r>
          </a:p>
        </p:txBody>
      </p:sp>
      <p:sp>
        <p:nvSpPr>
          <p:cNvPr id="3" name="title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pPr/>
            <a:r>
              <a:t>Pick the layout by intent, fill it by name, and let the theme do the rest.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Three steps, the same for every slide the agent creates.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pPr/>
            <a:r>
              <a:t>The best template is the one users never notice: their message is all they see.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UX guild, Fred project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quote_portrait.jpg"/>
          <p:cNvPicPr>
            <a:picLocks noGrp="1" noChangeAspect="1"/>
          </p:cNvPicPr>
          <p:nvPr>
            <p:ph type="pic" idx="103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pPr/>
            <a:r>
              <a:t>We went from a blank page to a reviewed deck in one afternoon.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Programme manager, pilot team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hero_tall.jpg"/>
          <p:cNvPicPr>
            <a:picLocks noGrp="1" noChangeAspect="1"/>
          </p:cNvPicPr>
          <p:nvPr>
            <p:ph type="pic" idx="106"/>
          </p:nvPr>
        </p:nvPicPr>
        <p:blipFill>
          <a:blip r:embed="rId2"/>
          <a:srcRect l="1563" r="1563"/>
          <a:stretch>
            <a:fillRect/>
          </a:stretch>
        </p:blipFill>
        <p:spPr/>
      </p:pic>
      <p:sp>
        <p:nvSpPr>
          <p:cNvPr id="3" name="number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/>
            <a:r>
              <a:t>03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104"/>
          </p:nvPr>
        </p:nvSpPr>
        <p:spPr/>
        <p:txBody>
          <a:bodyPr/>
          <a:lstStyle/>
          <a:p>
            <a:pPr/>
            <a:r>
              <a:t>Visual layouts</a:t>
            </a:r>
          </a:p>
        </p:txBody>
      </p:sp>
      <p:sp>
        <p:nvSpPr>
          <p:cNvPr id="5" name="subtitle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pPr/>
            <a:r>
              <a:t>Images, screenshots and galleries, always cropped to fit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Visual pairing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Pairing text with a visual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pPr/>
            <a:r>
              <a:t>The image placeholder fills the right panel</a:t>
            </a:r>
          </a:p>
          <a:p>
            <a:pPr/>
            <a:r>
              <a:t>Screenshots, diagrams or photos all work</a:t>
            </a:r>
          </a:p>
          <a:p>
            <a:pPr/>
            <a:r>
              <a:t>Images are cropped to the frame, corners rounded by the layout</a:t>
            </a:r>
          </a:p>
        </p:txBody>
      </p:sp>
      <p:pic>
        <p:nvPicPr>
          <p:cNvPr id="5" name="Picture Placeholder 4" descr="content_portrait.jpg"/>
          <p:cNvPicPr>
            <a:picLocks noGrp="1" noChangeAspect="1"/>
          </p:cNvPicPr>
          <p:nvPr>
            <p:ph type="pic" idx="103"/>
          </p:nvPr>
        </p:nvPicPr>
        <p:blipFill>
          <a:blip r:embed="rId2"/>
          <a:srcRect t="27" b="27"/>
          <a:stretch>
            <a:fillRect/>
          </a:stretch>
        </p:blipFill>
        <p:spPr/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hero_portrait.jpg"/>
          <p:cNvPicPr>
            <a:picLocks noGrp="1" noChangeAspect="1"/>
          </p:cNvPicPr>
          <p:nvPr>
            <p:ph type="pic" idx="103"/>
          </p:nvPr>
        </p:nvPicPr>
        <p:blipFill>
          <a:blip r:embed="rId2"/>
          <a:srcRect l="2155" r="2155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Visual pairing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Alternate sides to keep the rhythm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pPr/>
            <a:r>
              <a:t>Same placeholders as the right-hand version</a:t>
            </a:r>
          </a:p>
          <a:p>
            <a:pPr/>
            <a:r>
              <a:t>Use it for the next slide of a sequence</a:t>
            </a:r>
          </a:p>
          <a:p>
            <a:pPr/>
            <a:r>
              <a:t>The eye travels from the visual to the text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hero_wide.jpg"/>
          <p:cNvPicPr>
            <a:picLocks noGrp="1" noChangeAspect="1"/>
          </p:cNvPicPr>
          <p:nvPr>
            <p:ph type="pic" idx="103"/>
          </p:nvPr>
        </p:nvPicPr>
        <p:blipFill>
          <a:blip r:embed="rId2"/>
          <a:srcRect l="1" r="1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Let one visual carry the slide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pPr/>
            <a:r>
              <a:t>A full-bleed image with a caption panel. Keep the subject on the right half.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Two visuals, side by side</a:t>
            </a:r>
          </a:p>
        </p:txBody>
      </p:sp>
      <p:pic>
        <p:nvPicPr>
          <p:cNvPr id="4" name="Picture Placeholder 3" descr="panel_a.jpg"/>
          <p:cNvPicPr>
            <a:picLocks noGrp="1" noChangeAspect="1"/>
          </p:cNvPicPr>
          <p:nvPr>
            <p:ph type="pic" idx="101"/>
          </p:nvPr>
        </p:nvPicPr>
        <p:blipFill>
          <a:blip r:embed="rId2"/>
          <a:srcRect l="30" r="30"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Light theme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/>
            <a:r>
              <a:t>The interface as most users see it.</a:t>
            </a:r>
          </a:p>
        </p:txBody>
      </p:sp>
      <p:pic>
        <p:nvPicPr>
          <p:cNvPr id="7" name="Picture Placeholder 6" descr="panel_b.jpg"/>
          <p:cNvPicPr>
            <a:picLocks noGrp="1" noChangeAspect="1"/>
          </p:cNvPicPr>
          <p:nvPr>
            <p:ph type="pic" idx="104"/>
          </p:nvPr>
        </p:nvPicPr>
        <p:blipFill>
          <a:blip r:embed="rId3"/>
          <a:srcRect l="30" r="30"/>
          <a:stretch>
            <a:fillRect/>
          </a:stretch>
        </p:blipFill>
        <p:spPr/>
      </p:pic>
      <p:sp>
        <p:nvSpPr>
          <p:cNvPr id="8" name="Text Placeholder 7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pPr/>
            <a:r>
              <a:t>Dark theme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pPr/>
            <a:r>
              <a:t>Same components, inverted surfaces.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Use cases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Where teams use Fred today</a:t>
            </a:r>
          </a:p>
        </p:txBody>
      </p:sp>
      <p:pic>
        <p:nvPicPr>
          <p:cNvPr id="4" name="Picture Placeholder 3" descr="third_a.jpg"/>
          <p:cNvPicPr>
            <a:picLocks noGrp="1" noChangeAspect="1"/>
          </p:cNvPicPr>
          <p:nvPr>
            <p:ph type="pic" idx="101"/>
          </p:nvPr>
        </p:nvPicPr>
        <p:blipFill>
          <a:blip r:embed="rId2"/>
          <a:srcRect l="342" r="342"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Engineering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/>
            <a:r>
              <a:t>Specs and design reviews searched in seconds.</a:t>
            </a:r>
          </a:p>
        </p:txBody>
      </p:sp>
      <p:pic>
        <p:nvPicPr>
          <p:cNvPr id="7" name="Picture Placeholder 6" descr="third_b.jpg"/>
          <p:cNvPicPr>
            <a:picLocks noGrp="1" noChangeAspect="1"/>
          </p:cNvPicPr>
          <p:nvPr>
            <p:ph type="pic" idx="104"/>
          </p:nvPr>
        </p:nvPicPr>
        <p:blipFill>
          <a:blip r:embed="rId3"/>
          <a:srcRect l="342" r="342"/>
          <a:stretch>
            <a:fillRect/>
          </a:stretch>
        </p:blipFill>
        <p:spPr/>
      </p:pic>
      <p:sp>
        <p:nvSpPr>
          <p:cNvPr id="8" name="Text Placeholder 7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pPr/>
            <a:r>
              <a:t>Support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pPr/>
            <a:r>
              <a:t>Draft answers grounded in past tickets.</a:t>
            </a:r>
          </a:p>
        </p:txBody>
      </p:sp>
      <p:pic>
        <p:nvPicPr>
          <p:cNvPr id="10" name="Picture Placeholder 9" descr="third_c.jpg"/>
          <p:cNvPicPr>
            <a:picLocks noGrp="1" noChangeAspect="1"/>
          </p:cNvPicPr>
          <p:nvPr>
            <p:ph type="pic" idx="107"/>
          </p:nvPr>
        </p:nvPicPr>
        <p:blipFill>
          <a:blip r:embed="rId4"/>
          <a:srcRect l="342" r="342"/>
          <a:stretch>
            <a:fillRect/>
          </a:stretch>
        </p:blipFill>
        <p:spPr/>
      </p:pic>
      <p:sp>
        <p:nvSpPr>
          <p:cNvPr id="11" name="Text Placeholder 10"/>
          <p:cNvSpPr>
            <a:spLocks noGrp="1"/>
          </p:cNvSpPr>
          <p:nvPr>
            <p:ph type="body" idx="108"/>
          </p:nvPr>
        </p:nvSpPr>
        <p:spPr/>
        <p:txBody>
          <a:bodyPr/>
          <a:lstStyle/>
          <a:p>
            <a:pPr/>
            <a:r>
              <a:t>Legal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09"/>
          </p:nvPr>
        </p:nvSpPr>
        <p:spPr/>
        <p:txBody>
          <a:bodyPr/>
          <a:lstStyle/>
          <a:p>
            <a:pPr/>
            <a:r>
              <a:t>Clause comparison across contract versions.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Product tour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Knowledge bases at a glance</a:t>
            </a:r>
          </a:p>
        </p:txBody>
      </p:sp>
      <p:pic>
        <p:nvPicPr>
          <p:cNvPr id="4" name="Picture Placeholder 3" descr="screenshot.jpg"/>
          <p:cNvPicPr>
            <a:picLocks noGrp="1" noChangeAspect="1"/>
          </p:cNvPicPr>
          <p:nvPr>
            <p:ph type="pic" idx="103"/>
          </p:nvPr>
        </p:nvPicPr>
        <p:blipFill>
          <a:blip r:embed="rId2"/>
          <a:srcRect t="1441" b="1441"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pPr/>
            <a:r>
              <a:t>Libraries grouped by team, with indexing progress</a:t>
            </a:r>
          </a:p>
          <a:p>
            <a:pPr/>
            <a:r>
              <a:t>One click to create a new library</a:t>
            </a:r>
          </a:p>
          <a:p>
            <a:pPr/>
            <a:r>
              <a:t>Ask the assistant across all sources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In 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Three numbers worth remembering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45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/>
            <a:r>
              <a:t>named layouts cover most business presentations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pPr/>
            <a:r>
              <a:t>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pPr/>
            <a:r>
              <a:t>typeface, Arial, for faithful rendering everywhere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08"/>
          </p:nvPr>
        </p:nvSpPr>
        <p:spPr/>
        <p:txBody>
          <a:bodyPr/>
          <a:lstStyle/>
          <a:p>
            <a:pPr/>
            <a:r>
              <a:t>0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09"/>
          </p:nvPr>
        </p:nvSpPr>
        <p:spPr/>
        <p:txBody>
          <a:bodyPr/>
          <a:lstStyle/>
          <a:p>
            <a:pPr/>
            <a:r>
              <a:t>proprietary assets: no logo, photo or embedded font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10"/>
          </p:nvPr>
        </p:nvSpPr>
        <p:spPr/>
        <p:txBody>
          <a:bodyPr/>
          <a:lstStyle/>
          <a:p>
            <a:pPr/>
            <a:r>
              <a:t>Figures describe this template.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Pilot results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Pilot results after twelve weeks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62%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/>
            <a:r>
              <a:t>time to produce a first deck draft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pPr/>
            <a:r>
              <a:t>4.6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pPr/>
            <a:r>
              <a:t>average satisfaction out of 5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08"/>
          </p:nvPr>
        </p:nvSpPr>
        <p:spPr/>
        <p:txBody>
          <a:bodyPr/>
          <a:lstStyle/>
          <a:p>
            <a:pPr/>
            <a:r>
              <a:t>310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09"/>
          </p:nvPr>
        </p:nvSpPr>
        <p:spPr/>
        <p:txBody>
          <a:bodyPr/>
          <a:lstStyle/>
          <a:p>
            <a:pPr/>
            <a:r>
              <a:t>decks generated by pilot teams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11"/>
          </p:nvPr>
        </p:nvSpPr>
        <p:spPr/>
        <p:txBody>
          <a:bodyPr/>
          <a:lstStyle/>
          <a:p>
            <a:pPr/>
            <a:r>
              <a:t>3x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12"/>
          </p:nvPr>
        </p:nvSpPr>
        <p:spPr/>
        <p:txBody>
          <a:bodyPr/>
          <a:lstStyle/>
          <a:p>
            <a:pPr/>
            <a:r>
              <a:t>more reviews completed per week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14"/>
          </p:nvPr>
        </p:nvSpPr>
        <p:spPr/>
        <p:txBody>
          <a:bodyPr/>
          <a:lstStyle/>
          <a:p>
            <a:pPr/>
            <a:r>
              <a:t>Illustrative figures for the showcase.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Adoption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pPr/>
            <a:r>
              <a:t>87%</a:t>
            </a:r>
          </a:p>
        </p:txBody>
      </p:sp>
      <p:sp>
        <p:nvSpPr>
          <p:cNvPr id="4" name="label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of generated decks were kept with minor edits</a:t>
            </a:r>
          </a:p>
        </p:txBody>
      </p:sp>
      <p:sp>
        <p:nvSpPr>
          <p:cNvPr id="5" name="body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/>
            <a:r>
              <a:t>Most edits touch wording, not layout</a:t>
            </a:r>
          </a:p>
          <a:p>
            <a:pPr/>
            <a:r>
              <a:t>Charts are rarely rebuilt by hand</a:t>
            </a:r>
          </a:p>
          <a:p>
            <a:pPr/>
            <a:r>
              <a:t>Users ask for more visual layouts, hence this template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Usage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Charts stay native and editable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01"/>
          </p:nvPr>
        </p:nvGraphicFramePr>
        <p:xfrm>
          <a:off x="548640" y="1691640"/>
          <a:ext cx="74066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>
          <a:xfrm>
            <a:off x="8275320" y="1691640"/>
            <a:ext cx="3367735" cy="4343400"/>
          </a:xfrm>
          <a:prstGeom prst="roundRect">
            <a:avLst>
              <a:gd name="adj" fmla="val 4344"/>
            </a:avLst>
          </a:prstGeom>
          <a:solidFill>
            <a:schemeClr val="bg2"/>
          </a:solidFill>
          <a:ln>
            <a:noFill/>
          </a:ln>
        </p:spPr>
        <p:txBody>
          <a:bodyPr lIns="320040" tIns="365760" rIns="304495" bIns="320040"/>
          <a:lstStyle/>
          <a:p>
            <a:pPr/>
            <a:r>
              <a:t>Charts use theme colours, so a custom template restyles them automatically.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Trend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Generated decks per month grew steadily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01"/>
          </p:nvPr>
        </p:nvGraphicFramePr>
        <p:xfrm>
          <a:off x="548640" y="1691640"/>
          <a:ext cx="11094415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Illustrative data · decks generated per month.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Breakdown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Where decks come from, and what they contain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pPr/>
            <a:r>
              <a:t>Requests by team</a:t>
            </a:r>
          </a:p>
        </p:txBody>
      </p:sp>
      <p:graphicFrame>
        <p:nvGraphicFramePr>
          <p:cNvPr id="5" name="Chart Placeholder 4"/>
          <p:cNvGraphicFramePr>
            <a:graphicFrameLocks noGrp="1"/>
          </p:cNvGraphicFramePr>
          <p:nvPr>
            <p:ph type="chart" idx="102"/>
          </p:nvPr>
        </p:nvGraphicFramePr>
        <p:xfrm>
          <a:off x="548640" y="2148840"/>
          <a:ext cx="5367528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/>
            <a:r>
              <a:t>Slides by family</a:t>
            </a:r>
          </a:p>
        </p:txBody>
      </p:sp>
      <p:graphicFrame>
        <p:nvGraphicFramePr>
          <p:cNvPr id="7" name="Chart Placeholder 6"/>
          <p:cNvGraphicFramePr>
            <a:graphicFrameLocks noGrp="1"/>
          </p:cNvGraphicFramePr>
          <p:nvPr>
            <p:ph type="chart" idx="104"/>
          </p:nvPr>
        </p:nvGraphicFramePr>
        <p:xfrm>
          <a:off x="6275527" y="2148840"/>
          <a:ext cx="5367528" cy="3429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pPr/>
            <a:r>
              <a:t>Illustrative data, in percent.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Dashboard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Quality improves as usage grows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01"/>
          </p:nvPr>
        </p:nvGraphicFramePr>
        <p:xfrm>
          <a:off x="548640" y="1691640"/>
          <a:ext cx="74066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87%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/>
            <a:r>
              <a:t>decks kept with minor edits in Q4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pPr/>
            <a:r>
              <a:t>+35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pPr/>
            <a:r>
              <a:t>points since the first quarter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Reference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Layout families at a glance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01"/>
          </p:nvPr>
        </p:nvGraphicFramePr>
        <p:xfrm>
          <a:off x="548640" y="1691640"/>
          <a:ext cx="1109441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/>
                        <a:t>Layout family</a:t>
                      </a:r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Layouts</a:t>
                      </a:r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Use it for</a:t>
                      </a:r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Content</a:t>
                      </a:r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Status</a:t>
                      </a:r>
                    </a:p>
                  </a:txBody>
                  <a:tcPr marL="137160" marR="137160" marT="73152" marB="73152" anchor="ctr"/>
                </a:tc>
              </a:tr>
              <a:tr h="457200"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</a:tr>
              <a:tr h="457200"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</a:tr>
              <a:tr h="457200"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</a:tr>
              <a:tr h="457200"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</a:tr>
              <a:tr h="457200"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</a:tr>
              <a:tr h="457200"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</a:tr>
              <a:tr h="457200"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</a:tr>
              <a:tr h="457200"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  <a:tc>
                  <a:txBody>
                    <a:bodyPr/>
                    <a:lstStyle/>
                    <a:p>
                      <a:endParaRPr sz="1400" b="0"/>
                    </a:p>
                  </a:txBody>
                  <a:tcPr marL="137160" marR="137160" marT="73152" marB="7315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umber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/>
            <a:r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4"/>
          </p:nvPr>
        </p:nvSpPr>
        <p:spPr/>
        <p:txBody>
          <a:bodyPr/>
          <a:lstStyle/>
          <a:p>
            <a:pPr/>
            <a:r>
              <a:t>Process, people and code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pPr/>
            <a:r>
              <a:t>Sequences, roadmaps, matrices, teams and snippets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How it works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How the agent builds a deck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pPr/>
            <a:r>
              <a:t>Pick the template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pPr/>
            <a:r>
              <a:t>Custom template if the user provided one, otherwise this default.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9"/>
          </p:nvPr>
        </p:nvSpPr>
        <p:spPr/>
        <p:txBody>
          <a:bodyPr/>
          <a:lstStyle/>
          <a:p>
            <a:pPr/>
            <a:r>
              <a:t>Plan the story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0"/>
          </p:nvPr>
        </p:nvSpPr>
        <p:spPr/>
        <p:txBody>
          <a:bodyPr/>
          <a:lstStyle/>
          <a:p>
            <a:pPr/>
            <a:r>
              <a:t>One message per slide, each mapped to a layout name.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14"/>
          </p:nvPr>
        </p:nvSpPr>
        <p:spPr/>
        <p:txBody>
          <a:bodyPr/>
          <a:lstStyle/>
          <a:p>
            <a:pPr/>
            <a:r>
              <a:t>Fill placeholders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15"/>
          </p:nvPr>
        </p:nvSpPr>
        <p:spPr/>
        <p:txBody>
          <a:bodyPr/>
          <a:lstStyle/>
          <a:p>
            <a:pPr/>
            <a:r>
              <a:t>Text, charts and images go into named placeholders.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19"/>
          </p:nvPr>
        </p:nvSpPr>
        <p:spPr/>
        <p:txBody>
          <a:bodyPr/>
          <a:lstStyle/>
          <a:p>
            <a:pPr/>
            <a:r>
              <a:t>Check and deliver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20"/>
          </p:nvPr>
        </p:nvSpPr>
        <p:spPr/>
        <p:txBody>
          <a:bodyPr/>
          <a:lstStyle/>
          <a:p>
            <a:pPr/>
            <a:r>
              <a:t>Validate the file, render a preview, hand it over.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Rollout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Three phases to roll out a team template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pPr/>
            <a:r>
              <a:t>Prepare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Collect brand assets</a:t>
            </a:r>
          </a:p>
          <a:p>
            <a:pPr/>
            <a:r>
              <a:t>Name layouts by intent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/>
            <a:r>
              <a:t>Build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pPr/>
            <a:r>
              <a:t>Create layouts and placeholders</a:t>
            </a:r>
          </a:p>
          <a:p>
            <a:pPr/>
            <a:r>
              <a:t>Document each one in notes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pPr/>
            <a:r>
              <a:t>Run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pPr/>
            <a:r>
              <a:t>Upload to Fred</a:t>
            </a:r>
          </a:p>
          <a:p>
            <a:pPr/>
            <a:r>
              <a:t>Review the first decks together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Roadmap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Template roadmap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pPr/>
            <a:r>
              <a:t>2024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First template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/>
            <a:r>
              <a:t>15 layouts, one theme.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pPr/>
            <a:r>
              <a:t>2025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pPr/>
            <a:r>
              <a:t>Custom upload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pPr/>
            <a:r>
              <a:t>Teams bring their own template.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07"/>
          </p:nvPr>
        </p:nvSpPr>
        <p:spPr/>
        <p:txBody>
          <a:bodyPr/>
          <a:lstStyle/>
          <a:p>
            <a:pPr/>
            <a:r>
              <a:t>2026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08"/>
          </p:nvPr>
        </p:nvSpPr>
        <p:spPr/>
        <p:txBody>
          <a:bodyPr/>
          <a:lstStyle/>
          <a:p>
            <a:pPr/>
            <a:r>
              <a:t>Layout discovery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09"/>
          </p:nvPr>
        </p:nvSpPr>
        <p:spPr/>
        <p:txBody>
          <a:bodyPr/>
          <a:lstStyle/>
          <a:p>
            <a:pPr/>
            <a:r>
              <a:t>Placeholders read automatically.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10"/>
          </p:nvPr>
        </p:nvSpPr>
        <p:spPr/>
        <p:txBody>
          <a:bodyPr/>
          <a:lstStyle/>
          <a:p>
            <a:pPr/>
            <a:r>
              <a:t>2027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111"/>
          </p:nvPr>
        </p:nvSpPr>
        <p:spPr/>
        <p:txBody>
          <a:bodyPr/>
          <a:lstStyle/>
          <a:p>
            <a:pPr/>
            <a:r>
              <a:t>Rich layouts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112"/>
          </p:nvPr>
        </p:nvSpPr>
        <p:spPr/>
        <p:txBody>
          <a:bodyPr/>
          <a:lstStyle/>
          <a:p>
            <a:pPr/>
            <a:r>
              <a:t>45 layouts, visual and data.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113"/>
          </p:nvPr>
        </p:nvSpPr>
        <p:spPr/>
        <p:txBody>
          <a:bodyPr/>
          <a:lstStyle/>
          <a:p>
            <a:pPr/>
            <a:r>
              <a:t>2028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114"/>
          </p:nvPr>
        </p:nvSpPr>
        <p:spPr/>
        <p:txBody>
          <a:bodyPr/>
          <a:lstStyle/>
          <a:p>
            <a:pPr/>
            <a:r>
              <a:t>Design feedback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115"/>
          </p:nvPr>
        </p:nvSpPr>
        <p:spPr/>
        <p:txBody>
          <a:bodyPr/>
          <a:lstStyle/>
          <a:p>
            <a:pPr/>
            <a:r>
              <a:t>Users rate and refine slides.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Prioritisation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Which layouts to build next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pPr/>
            <a:r>
              <a:t>Nice to have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High value, high effort: animated diagrams.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/>
            <a:r>
              <a:t>Do now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pPr/>
            <a:r>
              <a:t>High value, low effort: visual and data layouts.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pPr/>
            <a:r>
              <a:t>Avoid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pPr/>
            <a:r>
              <a:t>Low value, high effort: bespoke one-off frames.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07"/>
          </p:nvPr>
        </p:nvSpPr>
        <p:spPr/>
        <p:txBody>
          <a:bodyPr/>
          <a:lstStyle/>
          <a:p>
            <a:pPr/>
            <a:r>
              <a:t>Quick wins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08"/>
          </p:nvPr>
        </p:nvSpPr>
        <p:spPr/>
        <p:txBody>
          <a:bodyPr/>
          <a:lstStyle/>
          <a:p>
            <a:pPr/>
            <a:r>
              <a:t>Low value, low effort: colour variants.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09"/>
          </p:nvPr>
        </p:nvSpPr>
        <p:spPr/>
        <p:txBody>
          <a:bodyPr/>
          <a:lstStyle/>
          <a:p>
            <a:pPr/>
            <a:r>
              <a:t>Value ↑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10"/>
          </p:nvPr>
        </p:nvSpPr>
        <p:spPr/>
        <p:txBody>
          <a:bodyPr/>
          <a:lstStyle/>
          <a:p>
            <a:pPr/>
            <a:r>
              <a:t>Effort →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111"/>
          </p:nvPr>
        </p:nvSpPr>
        <p:spPr>
          <a:xfrm>
            <a:off x="8458200" y="1691640"/>
            <a:ext cx="3184855" cy="4343400"/>
          </a:xfrm>
          <a:prstGeom prst="roundRect">
            <a:avLst>
              <a:gd name="adj" fmla="val 4593"/>
            </a:avLst>
          </a:prstGeom>
          <a:solidFill>
            <a:schemeClr val="bg2"/>
          </a:solidFill>
          <a:ln>
            <a:noFill/>
          </a:ln>
        </p:spPr>
        <p:txBody>
          <a:bodyPr lIns="320040" tIns="365760" rIns="304495" bIns="320040"/>
          <a:lstStyle/>
          <a:p>
            <a:pPr/>
            <a:r>
              <a:t>Visual and data layouts give the most value for the least effort, so they come first.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Contributors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The people behind the template</a:t>
            </a:r>
          </a:p>
        </p:txBody>
      </p:sp>
      <p:pic>
        <p:nvPicPr>
          <p:cNvPr id="4" name="Picture Placeholder 3" descr="a1.jpg"/>
          <p:cNvPicPr>
            <a:picLocks noGrp="1" noChangeAspect="1"/>
          </p:cNvPicPr>
          <p:nvPr>
            <p:ph type="pic" idx="101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Alex Martin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/>
            <a:r>
              <a:t>UX designer</a:t>
            </a:r>
          </a:p>
        </p:txBody>
      </p:sp>
      <p:pic>
        <p:nvPicPr>
          <p:cNvPr id="7" name="Picture Placeholder 6" descr="a2.jpg"/>
          <p:cNvPicPr>
            <a:picLocks noGrp="1" noChangeAspect="1"/>
          </p:cNvPicPr>
          <p:nvPr>
            <p:ph type="pic" idx="104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8" name="Text Placeholder 7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pPr/>
            <a:r>
              <a:t>Lina Kader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pPr/>
            <a:r>
              <a:t>Front-end developer</a:t>
            </a:r>
          </a:p>
        </p:txBody>
      </p:sp>
      <p:pic>
        <p:nvPicPr>
          <p:cNvPr id="10" name="Picture Placeholder 9" descr="a3.jpg"/>
          <p:cNvPicPr>
            <a:picLocks noGrp="1" noChangeAspect="1"/>
          </p:cNvPicPr>
          <p:nvPr>
            <p:ph type="pic" idx="107"/>
          </p:nvPr>
        </p:nvPicPr>
        <p:blipFill>
          <a:blip r:embed="rId4"/>
          <a:srcRect/>
          <a:stretch>
            <a:fillRect/>
          </a:stretch>
        </p:blipFill>
        <p:spPr/>
      </p:pic>
      <p:sp>
        <p:nvSpPr>
          <p:cNvPr id="11" name="Text Placeholder 10"/>
          <p:cNvSpPr>
            <a:spLocks noGrp="1"/>
          </p:cNvSpPr>
          <p:nvPr>
            <p:ph type="body" idx="108"/>
          </p:nvPr>
        </p:nvSpPr>
        <p:spPr/>
        <p:txBody>
          <a:bodyPr/>
          <a:lstStyle/>
          <a:p>
            <a:pPr/>
            <a:r>
              <a:t>Sam Roux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09"/>
          </p:nvPr>
        </p:nvSpPr>
        <p:spPr/>
        <p:txBody>
          <a:bodyPr/>
          <a:lstStyle/>
          <a:p>
            <a:pPr/>
            <a:r>
              <a:t>Agent engineer</a:t>
            </a:r>
          </a:p>
        </p:txBody>
      </p:sp>
      <p:pic>
        <p:nvPicPr>
          <p:cNvPr id="13" name="Picture Placeholder 12" descr="a4.jpg"/>
          <p:cNvPicPr>
            <a:picLocks noGrp="1" noChangeAspect="1"/>
          </p:cNvPicPr>
          <p:nvPr>
            <p:ph type="pic" idx="110"/>
          </p:nvPr>
        </p:nvPicPr>
        <p:blipFill>
          <a:blip r:embed="rId5"/>
          <a:srcRect/>
          <a:stretch>
            <a:fillRect/>
          </a:stretch>
        </p:blipFill>
        <p:spPr/>
      </p:pic>
      <p:sp>
        <p:nvSpPr>
          <p:cNvPr id="14" name="Text Placeholder 13"/>
          <p:cNvSpPr>
            <a:spLocks noGrp="1"/>
          </p:cNvSpPr>
          <p:nvPr>
            <p:ph type="body" idx="111"/>
          </p:nvPr>
        </p:nvSpPr>
        <p:spPr/>
        <p:txBody>
          <a:bodyPr/>
          <a:lstStyle/>
          <a:p>
            <a:pPr/>
            <a:r>
              <a:t>Jo Durand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112"/>
          </p:nvPr>
        </p:nvSpPr>
        <p:spPr/>
        <p:txBody>
          <a:bodyPr/>
          <a:lstStyle/>
          <a:p>
            <a:pPr/>
            <a:r>
              <a:t>Product owner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For developers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Filling a layout by name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pPr/>
            <a:r>
              <a:t>Pick the layout by its name</a:t>
            </a:r>
          </a:p>
          <a:p>
            <a:pPr/>
            <a:r>
              <a:t>Find each placeholder by its name</a:t>
            </a:r>
          </a:p>
          <a:p>
            <a:pPr/>
            <a:r>
              <a:t>Remove placeholders left empty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layout = layouts["Fred Key Figures"]</a:t>
            </a:r>
          </a:p>
          <a:p>
            <a:pPr/>
            <a:r>
              <a:t>slide = prs.slides.add_slide(layout)</a:t>
            </a:r>
          </a:p>
          <a:p>
            <a:pPr/>
          </a:p>
          <a:p>
            <a:pPr/>
            <a:r>
              <a:t>for ph in layout.placeholders:</a:t>
            </a:r>
          </a:p>
          <a:p>
            <a:pPr/>
            <a:r>
              <a:t>    idx = ph.placeholder_format.idx</a:t>
            </a:r>
          </a:p>
          <a:p>
            <a:pPr/>
            <a:r>
              <a:t>    target = slide.placeholders[idx]</a:t>
            </a:r>
          </a:p>
          <a:p>
            <a:pPr/>
            <a:r>
              <a:t>    target.text = content[ph.name]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Free canvas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/>
            <a:r>
              <a:t>Dark canvas for diagrams and demos</a:t>
            </a:r>
          </a:p>
        </p:txBody>
      </p:sp>
      <p:sp>
        <p:nvSpPr>
          <p:cNvPr id="4" name="Node Sources"/>
          <p:cNvSpPr/>
          <p:nvPr/>
        </p:nvSpPr>
        <p:spPr>
          <a:xfrm>
            <a:off x="548640" y="2926080"/>
            <a:ext cx="2377440" cy="128016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chemeClr val="bg1"/>
                </a:solidFill>
              </a:rPr>
              <a:t>Sources</a:t>
            </a:r>
          </a:p>
        </p:txBody>
      </p:sp>
      <p:sp>
        <p:nvSpPr>
          <p:cNvPr id="5" name="Chevron 4"/>
          <p:cNvSpPr/>
          <p:nvPr/>
        </p:nvSpPr>
        <p:spPr>
          <a:xfrm>
            <a:off x="3108960" y="3429000"/>
            <a:ext cx="182880" cy="274320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Index"/>
          <p:cNvSpPr/>
          <p:nvPr/>
        </p:nvSpPr>
        <p:spPr>
          <a:xfrm>
            <a:off x="3456432" y="2926080"/>
            <a:ext cx="2377440" cy="128016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chemeClr val="bg1"/>
                </a:solidFill>
              </a:rPr>
              <a:t>Index</a:t>
            </a:r>
          </a:p>
        </p:txBody>
      </p:sp>
      <p:sp>
        <p:nvSpPr>
          <p:cNvPr id="7" name="Chevron 6"/>
          <p:cNvSpPr/>
          <p:nvPr/>
        </p:nvSpPr>
        <p:spPr>
          <a:xfrm>
            <a:off x="6016752" y="3429000"/>
            <a:ext cx="182880" cy="274320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gents"/>
          <p:cNvSpPr/>
          <p:nvPr/>
        </p:nvSpPr>
        <p:spPr>
          <a:xfrm>
            <a:off x="6364224" y="2926080"/>
            <a:ext cx="2377440" cy="128016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chemeClr val="bg1"/>
                </a:solidFill>
              </a:rPr>
              <a:t>Agents</a:t>
            </a:r>
          </a:p>
        </p:txBody>
      </p:sp>
      <p:sp>
        <p:nvSpPr>
          <p:cNvPr id="9" name="Chevron 8"/>
          <p:cNvSpPr/>
          <p:nvPr/>
        </p:nvSpPr>
        <p:spPr>
          <a:xfrm>
            <a:off x="8924544" y="3429000"/>
            <a:ext cx="182880" cy="274320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ode Deck"/>
          <p:cNvSpPr/>
          <p:nvPr/>
        </p:nvSpPr>
        <p:spPr>
          <a:xfrm>
            <a:off x="9272016" y="2926080"/>
            <a:ext cx="2377440" cy="128016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chemeClr val="bg1"/>
                </a:solidFill>
              </a:rPr>
              <a:t>Deck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Thank you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pPr/>
            <a:r>
              <a:t>Bring your own template, or use this one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pPr/>
            <a:r>
              <a:t>github.com/ThalesGroup/fred</a:t>
            </a:r>
          </a:p>
          <a:p>
            <a:pPr/>
            <a:r>
              <a:t>Apache-2.0 · contributions welcome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90"/>
          </p:nvPr>
        </p:nvSpPr>
        <p:spPr/>
        <p:txBody>
          <a:bodyPr/>
          <a:lstStyle/>
          <a:p>
            <a:pPr/>
            <a:r>
              <a:t>Next steps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pPr/>
            <a:r>
              <a:t>Questions and feedback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pPr/>
            <a:r>
              <a:t>Try the template on your next deck</a:t>
            </a:r>
          </a:p>
          <a:p>
            <a:pPr/>
            <a:r>
              <a:t>Share what layout is missing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Fred Default">
  <a:themeElements>
    <a:clrScheme name="Fred Default">
      <a:dk1>
        <a:srgbClr val="1A1B2E"/>
      </a:dk1>
      <a:lt1>
        <a:srgbClr val="FFFFFF"/>
      </a:lt1>
      <a:dk2>
        <a:srgbClr val="0F134F"/>
      </a:dk2>
      <a:lt2>
        <a:srgbClr val="F3F4F9"/>
      </a:lt2>
      <a:accent1>
        <a:srgbClr val="4851C3"/>
      </a:accent1>
      <a:accent2>
        <a:srgbClr val="1C8199"/>
      </a:accent2>
      <a:accent3>
        <a:srgbClr val="575A8A"/>
      </a:accent3>
      <a:accent4>
        <a:srgbClr val="9CA4FF"/>
      </a:accent4>
      <a:accent5>
        <a:srgbClr val="2C6A41"/>
      </a:accent5>
      <a:accent6>
        <a:srgbClr val="C26A00"/>
      </a:accent6>
      <a:hlink>
        <a:srgbClr val="4851C3"/>
      </a:hlink>
      <a:folHlink>
        <a:srgbClr val="575A8A"/>
      </a:folHlink>
    </a:clrScheme>
    <a:fontScheme name="Fred Defaul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Fred open source project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Fred default presentation template</dc:title>
  <dc:subject>PptxGenJS Presentation</dc:subject>
  <dc:creator>Fred contributors</dc:creator>
  <cp:lastModifiedBy>Fred contributors</cp:lastModifiedBy>
  <cp:revision>1</cp:revision>
  <dcterms:created xsi:type="dcterms:W3CDTF">2026-10-05T16:10:52Z</dcterms:created>
  <dcterms:modified xsi:type="dcterms:W3CDTF">2026-10-05T16:10:52Z</dcterms:modified>
  <cp:keywords>fred; template; slides</cp:keywords>
</cp:coreProperties>
</file>