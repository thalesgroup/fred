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edeaacc-46ad-8285-0a48-deb14fa507cd}">
          <p14:sldIdLst>
            <p14:sldId id="256"/>
            <p14:sldId id="257"/>
          </p14:sldIdLst>
        </p14:section>
        <p14:section name="Layouts" id="{85bd7615-6342-5fa6-619f-e47a0f4e085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Closing" id="{b5df2a99-dc0e-5a76-d0c2-2b4689f962dd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Slides</c:v>
                </c:pt>
              </c:strCache>
            </c:strRef>
          </c:tx>
          <c:spPr>
            <a:solidFill>
              <a:srgbClr val="4851C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C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Title</c:v>
                  </c:pt>
                  <c:pt idx="1">
                    <c:v>Content</c:v>
                  </c:pt>
                  <c:pt idx="2">
                    <c:v>Figures</c:v>
                  </c:pt>
                  <c:pt idx="3">
                    <c:v>Chart</c:v>
                  </c:pt>
                  <c:pt idx="4">
                    <c:v>Closing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6</c:v>
                </c:pt>
                <c:pt idx="2">
                  <c:v>2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C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D5E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Title. Use once, as the first slide. Placeholders: title (max ~60 chars), subtitle (one sentence), meta (author and 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Agenda. 3 to 6 items, one line each; the list is numbered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Section. Divider between parts of a long deck. section_number is a two-digit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Title and Content. 3 to 6 bullets of at most ~90 characters. Prefer a more visual layout when the content allows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Two Content. Two parallel lists of similar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Comparison. Two options side by side; headings of 1 to 3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Content with Image. The image placeholder is 5.48 x 6.15 in; crop images to that ratio (about 9:10).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Key Figures. Values of at most 5 characters (e.g. 42%, 3.2M, x4); labels of at most ~60 characters. caption is for the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Process. Exactly 4 steps; titles of 1 to 3 words, bodies of at most ~80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Chart. Insert a native chart into the chart placeholder; takeaway holds 1 to 3 short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Table. Up to ~8 rows and 5 columns; split larger tables across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Quote. At most ~180 characters; attribution is name and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Title Only. Use for diagrams and anything the other layouts cannot express. Keep 0.6 in side margins and the 1.65 to 6.6 in content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Closing. Final slide: thanks, contact or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Fred Blank. Empty canvas with slide number; for full-bleed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143000"/>
            <a:ext cx="2377440" cy="237744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2514600"/>
            <a:ext cx="1737360" cy="173736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66760" y="3657600"/>
            <a:ext cx="1188720" cy="11887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1828800"/>
            <a:ext cx="74980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</a:t>
            </a:r>
            <a:endParaRPr lang="en-US" sz="4400" dirty="0"/>
          </a:p>
        </p:txBody>
      </p:sp>
      <p:sp>
        <p:nvSpPr>
          <p:cNvPr id="6" name="subtitle"/>
          <p:cNvSpPr/>
          <p:nvPr>
            <p:ph idx="104" type="body" hasCustomPrompt="1"/>
          </p:nvPr>
        </p:nvSpPr>
        <p:spPr>
          <a:xfrm>
            <a:off x="548640" y="384048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2000" dirty="0">
                <a:solidFill>
                  <a:srgbClr val="E0E0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E0E0FF"/>
                </a:solidFill>
              </a:rPr>
              <a:t>Subtitle</a:t>
            </a:r>
            <a:endParaRPr lang="en-US" sz="2000" dirty="0"/>
          </a:p>
        </p:txBody>
      </p:sp>
      <p:sp>
        <p:nvSpPr>
          <p:cNvPr id="7" name="meta"/>
          <p:cNvSpPr/>
          <p:nvPr>
            <p:ph idx="105" type="body" hasCustomPrompt="1"/>
          </p:nvPr>
        </p:nvSpPr>
        <p:spPr>
          <a:xfrm>
            <a:off x="548640" y="5760720"/>
            <a:ext cx="74980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rgbClr val="BEC2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BEC2FF"/>
                </a:solidFill>
              </a:rPr>
              <a:t>Author · Date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Agen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" name="title"/>
          <p:cNvSpPr/>
          <p:nvPr>
            <p:ph idx="101" type="title" hasCustomPrompt="1"/>
          </p:nvPr>
        </p:nvSpPr>
        <p:spPr>
          <a:xfrm>
            <a:off x="548640" y="548640"/>
            <a:ext cx="32004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Slide title</a:t>
            </a:r>
            <a:endParaRPr lang="en-US" sz="3600" dirty="0"/>
          </a:p>
        </p:txBody>
      </p:sp>
      <p:sp>
        <p:nvSpPr>
          <p:cNvPr id="4" name="body"/>
          <p:cNvSpPr/>
          <p:nvPr>
            <p:ph idx="102" type="body" hasCustomPrompt="1"/>
          </p:nvPr>
        </p:nvSpPr>
        <p:spPr>
          <a:xfrm>
            <a:off x="4846320" y="822960"/>
            <a:ext cx="676656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1600"/>
              </a:spcAft>
              <a:buSzPct val="100000"/>
              <a:buFont typeface="+mj-lt"/>
              <a:buAutoNum type="arabicPeriod" startAt="1"/>
              <a:defRPr lang="en-US" sz="20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16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chemeClr val="tx1"/>
                </a:solidFill>
              </a:rPr>
              <a:t>Agenda item</a:t>
            </a:r>
            <a:endParaRPr lang="en-US" sz="20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143000"/>
            <a:ext cx="2377440" cy="237744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2514600"/>
            <a:ext cx="1737360" cy="173736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66760" y="3657600"/>
            <a:ext cx="1188720" cy="11887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section_number"/>
          <p:cNvSpPr/>
          <p:nvPr>
            <p:ph idx="103" type="body" hasCustomPrompt="1"/>
          </p:nvPr>
        </p:nvSpPr>
        <p:spPr>
          <a:xfrm>
            <a:off x="548640" y="1463040"/>
            <a:ext cx="2743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4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4"/>
                </a:solidFill>
              </a:rPr>
              <a:t>01</a:t>
            </a:r>
            <a:endParaRPr lang="en-US" sz="5400" dirty="0"/>
          </a:p>
        </p:txBody>
      </p:sp>
      <p:sp>
        <p:nvSpPr>
          <p:cNvPr id="6" name="title"/>
          <p:cNvSpPr/>
          <p:nvPr>
            <p:ph idx="104" type="title" hasCustomPrompt="1"/>
          </p:nvPr>
        </p:nvSpPr>
        <p:spPr>
          <a:xfrm>
            <a:off x="548640" y="256032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Section title</a:t>
            </a:r>
            <a:endParaRPr lang="en-US" sz="4000" dirty="0"/>
          </a:p>
        </p:txBody>
      </p:sp>
      <p:sp>
        <p:nvSpPr>
          <p:cNvPr id="7" name="subtitle"/>
          <p:cNvSpPr/>
          <p:nvPr>
            <p:ph idx="105" type="body" hasCustomPrompt="1"/>
          </p:nvPr>
        </p:nvSpPr>
        <p:spPr>
          <a:xfrm>
            <a:off x="548640" y="411480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dirty="0">
                <a:solidFill>
                  <a:srgbClr val="E0E0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0E0FF"/>
                </a:solidFill>
              </a:rPr>
              <a:t>Section introduction</a:t>
            </a:r>
            <a:endParaRPr lang="en-US" sz="18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BEC2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itle and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548640" y="1508760"/>
            <a:ext cx="11094415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Bullet point</a:t>
            </a:r>
            <a:endParaRPr lang="en-US" sz="18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wo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left"/>
          <p:cNvSpPr/>
          <p:nvPr>
            <p:ph idx="101" type="body" hasCustomPrompt="1"/>
          </p:nvPr>
        </p:nvSpPr>
        <p:spPr>
          <a:xfrm>
            <a:off x="548640" y="1508760"/>
            <a:ext cx="5364328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Left column</a:t>
            </a:r>
            <a:endParaRPr lang="en-US" sz="1600" dirty="0"/>
          </a:p>
        </p:txBody>
      </p:sp>
      <p:sp>
        <p:nvSpPr>
          <p:cNvPr id="4" name="right"/>
          <p:cNvSpPr/>
          <p:nvPr>
            <p:ph idx="102" type="body" hasCustomPrompt="1"/>
          </p:nvPr>
        </p:nvSpPr>
        <p:spPr>
          <a:xfrm>
            <a:off x="6278728" y="1508760"/>
            <a:ext cx="5364328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Right column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omparis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548640" y="1508760"/>
            <a:ext cx="5364328" cy="4526280"/>
          </a:xfrm>
          <a:prstGeom prst="roundRect">
            <a:avLst>
              <a:gd name="adj" fmla="val 32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278728" y="1508760"/>
            <a:ext cx="5364328" cy="4526280"/>
          </a:xfrm>
          <a:prstGeom prst="roundRect">
            <a:avLst>
              <a:gd name="adj" fmla="val 32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left_heading"/>
          <p:cNvSpPr/>
          <p:nvPr>
            <p:ph idx="103" type="body" hasCustomPrompt="1"/>
          </p:nvPr>
        </p:nvSpPr>
        <p:spPr>
          <a:xfrm>
            <a:off x="868680" y="1783080"/>
            <a:ext cx="472424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Option A</a:t>
            </a:r>
            <a:endParaRPr lang="en-US" sz="2200" dirty="0"/>
          </a:p>
        </p:txBody>
      </p:sp>
      <p:sp>
        <p:nvSpPr>
          <p:cNvPr id="6" name="left"/>
          <p:cNvSpPr/>
          <p:nvPr>
            <p:ph idx="104" type="body" hasCustomPrompt="1"/>
          </p:nvPr>
        </p:nvSpPr>
        <p:spPr>
          <a:xfrm>
            <a:off x="868680" y="2468880"/>
            <a:ext cx="4724248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Detail</a:t>
            </a:r>
            <a:endParaRPr lang="en-US" sz="1600" dirty="0"/>
          </a:p>
        </p:txBody>
      </p:sp>
      <p:sp>
        <p:nvSpPr>
          <p:cNvPr id="7" name="right_heading"/>
          <p:cNvSpPr/>
          <p:nvPr>
            <p:ph idx="105" type="body" hasCustomPrompt="1"/>
          </p:nvPr>
        </p:nvSpPr>
        <p:spPr>
          <a:xfrm>
            <a:off x="6598768" y="1783080"/>
            <a:ext cx="472424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2200" b="1" dirty="0">
                <a:solidFill>
                  <a:schemeClr val="accent2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Option B</a:t>
            </a:r>
            <a:endParaRPr lang="en-US" sz="2200" dirty="0"/>
          </a:p>
        </p:txBody>
      </p:sp>
      <p:sp>
        <p:nvSpPr>
          <p:cNvPr id="8" name="right"/>
          <p:cNvSpPr/>
          <p:nvPr>
            <p:ph idx="106" type="body" hasCustomPrompt="1"/>
          </p:nvPr>
        </p:nvSpPr>
        <p:spPr>
          <a:xfrm>
            <a:off x="6598768" y="2468880"/>
            <a:ext cx="4724248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Detail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ontent with Im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56692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>
          <a:xfrm>
            <a:off x="548640" y="1508760"/>
            <a:ext cx="566928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800"/>
              </a:spcAft>
              <a:buSzPct val="100000"/>
              <a:buChar char="•"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Bullet point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6629400" y="411480"/>
            <a:ext cx="5013655" cy="5623560"/>
          </a:xfrm>
          <a:prstGeom prst="roundRect">
            <a:avLst>
              <a:gd name="adj" fmla="val 29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mage"/>
          <p:cNvSpPr/>
          <p:nvPr>
            <p:ph idx="103" hasCustomPrompt="1"/>
          </p:nvPr>
        </p:nvSpPr>
        <p:spPr>
          <a:xfrm>
            <a:off x="6629400" y="411480"/>
            <a:ext cx="5013655" cy="5623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Image</a:t>
            </a:r>
            <a:endParaRPr lang="en-US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Key Figure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548640" y="182880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1_value"/>
          <p:cNvSpPr/>
          <p:nvPr>
            <p:ph idx="102" type="body" hasCustomPrompt="1"/>
          </p:nvPr>
        </p:nvSpPr>
        <p:spPr>
          <a:xfrm>
            <a:off x="868680" y="2148840"/>
            <a:ext cx="281421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1"/>
                </a:solidFill>
              </a:rPr>
              <a:t>00%</a:t>
            </a:r>
            <a:endParaRPr lang="en-US" sz="5400" dirty="0"/>
          </a:p>
        </p:txBody>
      </p:sp>
      <p:sp>
        <p:nvSpPr>
          <p:cNvPr id="5" name="stat1_label"/>
          <p:cNvSpPr/>
          <p:nvPr>
            <p:ph idx="103" type="body" hasCustomPrompt="1"/>
          </p:nvPr>
        </p:nvSpPr>
        <p:spPr>
          <a:xfrm>
            <a:off x="868680" y="3520440"/>
            <a:ext cx="2814218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this figure measures</a:t>
            </a:r>
            <a:endParaRPr lang="en-US" sz="1600" dirty="0"/>
          </a:p>
        </p:txBody>
      </p:sp>
      <p:sp>
        <p:nvSpPr>
          <p:cNvPr id="6" name="Shape 1"/>
          <p:cNvSpPr/>
          <p:nvPr/>
        </p:nvSpPr>
        <p:spPr>
          <a:xfrm>
            <a:off x="4368698" y="182880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2_value"/>
          <p:cNvSpPr/>
          <p:nvPr>
            <p:ph idx="105" type="body" hasCustomPrompt="1"/>
          </p:nvPr>
        </p:nvSpPr>
        <p:spPr>
          <a:xfrm>
            <a:off x="4688738" y="2148840"/>
            <a:ext cx="281421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1"/>
                </a:solidFill>
              </a:rPr>
              <a:t>00%</a:t>
            </a:r>
            <a:endParaRPr lang="en-US" sz="5400" dirty="0"/>
          </a:p>
        </p:txBody>
      </p:sp>
      <p:sp>
        <p:nvSpPr>
          <p:cNvPr id="8" name="stat2_label"/>
          <p:cNvSpPr/>
          <p:nvPr>
            <p:ph idx="106" type="body" hasCustomPrompt="1"/>
          </p:nvPr>
        </p:nvSpPr>
        <p:spPr>
          <a:xfrm>
            <a:off x="4688738" y="3520440"/>
            <a:ext cx="2814218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this figure measures</a:t>
            </a:r>
            <a:endParaRPr lang="en-US" sz="1600" dirty="0"/>
          </a:p>
        </p:txBody>
      </p:sp>
      <p:sp>
        <p:nvSpPr>
          <p:cNvPr id="9" name="Shape 2"/>
          <p:cNvSpPr/>
          <p:nvPr/>
        </p:nvSpPr>
        <p:spPr>
          <a:xfrm>
            <a:off x="8188757" y="1828800"/>
            <a:ext cx="3454298" cy="329184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3_value"/>
          <p:cNvSpPr/>
          <p:nvPr>
            <p:ph idx="108" type="body" hasCustomPrompt="1"/>
          </p:nvPr>
        </p:nvSpPr>
        <p:spPr>
          <a:xfrm>
            <a:off x="8508797" y="2148840"/>
            <a:ext cx="2814218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54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5400" b="1" dirty="0">
                <a:solidFill>
                  <a:schemeClr val="accent1"/>
                </a:solidFill>
              </a:rPr>
              <a:t>00%</a:t>
            </a:r>
            <a:endParaRPr lang="en-US" sz="5400" dirty="0"/>
          </a:p>
        </p:txBody>
      </p:sp>
      <p:sp>
        <p:nvSpPr>
          <p:cNvPr id="11" name="stat3_label"/>
          <p:cNvSpPr/>
          <p:nvPr>
            <p:ph idx="109" type="body" hasCustomPrompt="1"/>
          </p:nvPr>
        </p:nvSpPr>
        <p:spPr>
          <a:xfrm>
            <a:off x="8508797" y="3520440"/>
            <a:ext cx="2814218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this figure measures</a:t>
            </a:r>
            <a:endParaRPr lang="en-US" sz="1600" dirty="0"/>
          </a:p>
        </p:txBody>
      </p:sp>
      <p:sp>
        <p:nvSpPr>
          <p:cNvPr id="12" name="caption"/>
          <p:cNvSpPr/>
          <p:nvPr>
            <p:ph idx="110" type="body" hasCustomPrompt="1"/>
          </p:nvPr>
        </p:nvSpPr>
        <p:spPr>
          <a:xfrm>
            <a:off x="548640" y="539496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200" dirty="0">
                <a:solidFill>
                  <a:srgbClr val="6A6B6D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A6B6D"/>
                </a:solidFill>
              </a:rPr>
              <a:t>Source</a:t>
            </a:r>
            <a:endParaRPr lang="en-US" sz="12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Proces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548640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2296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tep1_title"/>
          <p:cNvSpPr/>
          <p:nvPr>
            <p:ph idx="104" type="body" hasCustomPrompt="1"/>
          </p:nvPr>
        </p:nvSpPr>
        <p:spPr>
          <a:xfrm>
            <a:off x="822960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7" name="step1_body"/>
          <p:cNvSpPr/>
          <p:nvPr>
            <p:ph idx="105" type="body" hasCustomPrompt="1"/>
          </p:nvPr>
        </p:nvSpPr>
        <p:spPr>
          <a:xfrm>
            <a:off x="822960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8" name="Shape 3"/>
          <p:cNvSpPr/>
          <p:nvPr/>
        </p:nvSpPr>
        <p:spPr>
          <a:xfrm>
            <a:off x="3390824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3665144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366514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tep2_title"/>
          <p:cNvSpPr/>
          <p:nvPr>
            <p:ph idx="109" type="body" hasCustomPrompt="1"/>
          </p:nvPr>
        </p:nvSpPr>
        <p:spPr>
          <a:xfrm>
            <a:off x="3665144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12" name="step2_body"/>
          <p:cNvSpPr/>
          <p:nvPr>
            <p:ph idx="110" type="body" hasCustomPrompt="1"/>
          </p:nvPr>
        </p:nvSpPr>
        <p:spPr>
          <a:xfrm>
            <a:off x="3665144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13" name="Shape 6"/>
          <p:cNvSpPr/>
          <p:nvPr/>
        </p:nvSpPr>
        <p:spPr>
          <a:xfrm>
            <a:off x="6233008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7"/>
          <p:cNvSpPr/>
          <p:nvPr/>
        </p:nvSpPr>
        <p:spPr>
          <a:xfrm>
            <a:off x="6507328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8"/>
          <p:cNvSpPr/>
          <p:nvPr/>
        </p:nvSpPr>
        <p:spPr>
          <a:xfrm>
            <a:off x="650732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step3_title"/>
          <p:cNvSpPr/>
          <p:nvPr>
            <p:ph idx="114" type="body" hasCustomPrompt="1"/>
          </p:nvPr>
        </p:nvSpPr>
        <p:spPr>
          <a:xfrm>
            <a:off x="6507328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17" name="step3_body"/>
          <p:cNvSpPr/>
          <p:nvPr>
            <p:ph idx="115" type="body" hasCustomPrompt="1"/>
          </p:nvPr>
        </p:nvSpPr>
        <p:spPr>
          <a:xfrm>
            <a:off x="6507328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18" name="Shape 9"/>
          <p:cNvSpPr/>
          <p:nvPr/>
        </p:nvSpPr>
        <p:spPr>
          <a:xfrm>
            <a:off x="9075191" y="1508760"/>
            <a:ext cx="2567864" cy="4526280"/>
          </a:xfrm>
          <a:prstGeom prst="roundRect">
            <a:avLst>
              <a:gd name="adj" fmla="val 56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0"/>
          <p:cNvSpPr/>
          <p:nvPr/>
        </p:nvSpPr>
        <p:spPr>
          <a:xfrm>
            <a:off x="9349511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1"/>
          <p:cNvSpPr/>
          <p:nvPr/>
        </p:nvSpPr>
        <p:spPr>
          <a:xfrm>
            <a:off x="9349511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step4_title"/>
          <p:cNvSpPr/>
          <p:nvPr>
            <p:ph idx="119" type="body" hasCustomPrompt="1"/>
          </p:nvPr>
        </p:nvSpPr>
        <p:spPr>
          <a:xfrm>
            <a:off x="9349511" y="2560320"/>
            <a:ext cx="201922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Step</a:t>
            </a:r>
            <a:endParaRPr lang="en-US" sz="1800" dirty="0"/>
          </a:p>
        </p:txBody>
      </p:sp>
      <p:sp>
        <p:nvSpPr>
          <p:cNvPr id="22" name="step4_body"/>
          <p:cNvSpPr/>
          <p:nvPr>
            <p:ph idx="120" type="body" hasCustomPrompt="1"/>
          </p:nvPr>
        </p:nvSpPr>
        <p:spPr>
          <a:xfrm>
            <a:off x="9349511" y="3474720"/>
            <a:ext cx="201922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Describe this step</a:t>
            </a:r>
            <a:endParaRPr lang="en-US" sz="14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har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chart"/>
          <p:cNvSpPr/>
          <p:nvPr>
            <p:ph idx="101" type="chart" hasCustomPrompt="1"/>
          </p:nvPr>
        </p:nvSpPr>
        <p:spPr>
          <a:xfrm>
            <a:off x="548640" y="1508760"/>
            <a:ext cx="740664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Chart</a:t>
            </a:r>
            <a:endParaRPr lang="en-US" dirty="0"/>
          </a:p>
        </p:txBody>
      </p:sp>
      <p:sp>
        <p:nvSpPr>
          <p:cNvPr id="4" name="Shape 0"/>
          <p:cNvSpPr/>
          <p:nvPr/>
        </p:nvSpPr>
        <p:spPr>
          <a:xfrm>
            <a:off x="8321040" y="1508760"/>
            <a:ext cx="3322015" cy="4526280"/>
          </a:xfrm>
          <a:prstGeom prst="roundRect">
            <a:avLst>
              <a:gd name="adj" fmla="val 4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akeaway"/>
          <p:cNvSpPr/>
          <p:nvPr>
            <p:ph idx="103" type="body" hasCustomPrompt="1"/>
          </p:nvPr>
        </p:nvSpPr>
        <p:spPr>
          <a:xfrm>
            <a:off x="8641080" y="1828800"/>
            <a:ext cx="2681935" cy="3886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Key takeaway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3" name="table"/>
          <p:cNvSpPr/>
          <p:nvPr>
            <p:ph idx="101" hasCustomPrompt="1"/>
          </p:nvPr>
        </p:nvSpPr>
        <p:spPr>
          <a:xfrm>
            <a:off x="548640" y="1508760"/>
            <a:ext cx="11094415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Table</a:t>
            </a:r>
            <a:endParaRPr lang="en-US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Quot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463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4000" dirty="0"/>
          </a:p>
        </p:txBody>
      </p:sp>
      <p:sp>
        <p:nvSpPr>
          <p:cNvPr id="3" name="quote"/>
          <p:cNvSpPr/>
          <p:nvPr>
            <p:ph idx="101" type="body" hasCustomPrompt="1"/>
          </p:nvPr>
        </p:nvSpPr>
        <p:spPr>
          <a:xfrm>
            <a:off x="1463040" y="1828800"/>
            <a:ext cx="9326880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Quote</a:t>
            </a:r>
            <a:endParaRPr lang="en-US" sz="3000" dirty="0"/>
          </a:p>
        </p:txBody>
      </p:sp>
      <p:sp>
        <p:nvSpPr>
          <p:cNvPr id="4" name="attribution"/>
          <p:cNvSpPr/>
          <p:nvPr>
            <p:ph idx="102" type="body" hasCustomPrompt="1"/>
          </p:nvPr>
        </p:nvSpPr>
        <p:spPr>
          <a:xfrm>
            <a:off x="1463040" y="4663440"/>
            <a:ext cx="9326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Name, role</a:t>
            </a:r>
            <a:endParaRPr lang="en-US" sz="16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Slide title</a:t>
            </a:r>
            <a:endParaRPr lang="en-US" sz="3200" dirty="0"/>
          </a:p>
        </p:txBody>
      </p:sp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143000"/>
            <a:ext cx="2377440" cy="2377440"/>
          </a:xfrm>
          <a:prstGeom prst="roundRect">
            <a:avLst>
              <a:gd name="adj" fmla="val 13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2514600"/>
            <a:ext cx="1737360" cy="1737360"/>
          </a:xfrm>
          <a:prstGeom prst="roundRect">
            <a:avLst>
              <a:gd name="adj" fmla="val 13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66760" y="3657600"/>
            <a:ext cx="1188720" cy="1188720"/>
          </a:xfrm>
          <a:prstGeom prst="roundRect">
            <a:avLst>
              <a:gd name="adj" fmla="val 13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18288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 algn="l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6" name="body"/>
          <p:cNvSpPr/>
          <p:nvPr>
            <p:ph idx="104" type="body" hasCustomPrompt="1"/>
          </p:nvPr>
        </p:nvSpPr>
        <p:spPr>
          <a:xfrm>
            <a:off x="548640" y="3566160"/>
            <a:ext cx="7498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800" dirty="0">
                <a:solidFill>
                  <a:srgbClr val="E0E0FF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E0E0FF"/>
                </a:solidFill>
              </a:rPr>
              <a:t>Contact or next steps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ed Blan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"/>
          <p:cNvSpPr txBox="1"/>
          <p:nvPr/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b"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A6B6D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3" type="title" hasCustomPrompt="1"/>
          </p:nvPr>
        </p:nvSpPr>
        <p:spPr/>
        <p:txBody>
          <a:bodyPr/>
          <a:lstStyle/>
          <a:p>
            <a:r>
              <a:rPr lang="en-US"/>
              <a:t>Fred default presentation template</a:t>
            </a:r>
            <a:endParaRPr lang="en-US"/>
          </a:p>
        </p:txBody>
      </p:sp>
      <p:sp>
        <p:nvSpPr>
          <p:cNvPr id="3" name="subtitle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The fallback design the slide-generator agent uses when no custom template is provided</a:t>
            </a:r>
            <a:endParaRPr lang="en-US"/>
          </a:p>
        </p:txBody>
      </p:sp>
      <p:sp>
        <p:nvSpPr>
          <p:cNvPr id="4" name="meta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Fred open source project · Apache-2.0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1" type="title" hasCustomPrompt="1"/>
          </p:nvPr>
        </p:nvSpPr>
        <p:spPr/>
        <p:txBody>
          <a:bodyPr/>
          <a:lstStyle/>
          <a:p>
            <a:r>
              <a:rPr lang="en-US"/>
              <a:t>Agenda</a:t>
            </a:r>
            <a:endParaRPr lang="en-US"/>
          </a:p>
        </p:txBody>
      </p:sp>
      <p:sp>
        <p:nvSpPr>
          <p:cNvPr id="3" name="body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Why a default template</a:t>
            </a:r>
            <a:endParaRPr lang="en-US"/>
          </a:p>
          <a:p>
            <a:r>
              <a:rPr lang="en-US"/>
              <a:t>The 15 layouts at a glance</a:t>
            </a:r>
            <a:endParaRPr lang="en-US"/>
          </a:p>
          <a:p>
            <a:r>
              <a:rPr lang="en-US"/>
              <a:t>How the agent fills them</a:t>
            </a:r>
            <a:endParaRPr lang="en-US"/>
          </a:p>
          <a:p>
            <a:r>
              <a:rPr lang="en-US"/>
              <a:t>Using your own template instead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_number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01</a:t>
            </a:r>
            <a:endParaRPr lang="en-US"/>
          </a:p>
        </p:txBody>
      </p:sp>
      <p:sp>
        <p:nvSpPr>
          <p:cNvPr id="3" name="title"/>
          <p:cNvSpPr/>
          <p:nvPr>
            <p:ph idx="104" type="title" hasCustomPrompt="1"/>
          </p:nvPr>
        </p:nvSpPr>
        <p:spPr/>
        <p:txBody>
          <a:bodyPr/>
          <a:lstStyle/>
          <a:p>
            <a:r>
              <a:rPr lang="en-US"/>
              <a:t>Layouts at a glance</a:t>
            </a:r>
            <a:endParaRPr lang="en-US"/>
          </a:p>
        </p:txBody>
      </p:sp>
      <p:sp>
        <p:nvSpPr>
          <p:cNvPr id="4" name="subtitle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Every slide frame is a named layout with named placeholders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Why a default template</a:t>
            </a:r>
            <a:endParaRPr lang="en-US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Users without a corporate template still get a consistent, readable deck</a:t>
            </a:r>
            <a:endParaRPr lang="en-US"/>
          </a:p>
          <a:p>
            <a:r>
              <a:rPr lang="en-US"/>
              <a:t>Named layouts let the agent pick a frame by intent instead of drawing shapes</a:t>
            </a:r>
            <a:endParaRPr lang="en-US"/>
          </a:p>
          <a:p>
            <a:r>
              <a:rPr lang="en-US"/>
              <a:t>Theme colours and fonts are defined once, so restyling means editing one file</a:t>
            </a:r>
            <a:endParaRPr lang="en-US"/>
          </a:p>
          <a:p>
            <a:r>
              <a:rPr lang="en-US"/>
              <a:t>Arial renders with identical metrics in PowerPoint and LibreOffice, which Fred uses for PDF conversion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What the agent controls, and what it does not</a:t>
            </a:r>
            <a:endParaRPr lang="en-US"/>
          </a:p>
        </p:txBody>
      </p:sp>
      <p:sp>
        <p:nvSpPr>
          <p:cNvPr id="3" name="left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Which layout each slide uses</a:t>
            </a:r>
            <a:endParaRPr lang="en-US"/>
          </a:p>
          <a:p>
            <a:r>
              <a:rPr lang="en-US"/>
              <a:t>Text in every placeholder</a:t>
            </a:r>
            <a:endParaRPr lang="en-US"/>
          </a:p>
          <a:p>
            <a:r>
              <a:rPr lang="en-US"/>
              <a:t>Charts, tables and images</a:t>
            </a:r>
            <a:endParaRPr lang="en-US"/>
          </a:p>
        </p:txBody>
      </p:sp>
      <p:sp>
        <p:nvSpPr>
          <p:cNvPr id="4" name="right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Colours, fonts and sizes</a:t>
            </a:r>
            <a:endParaRPr lang="en-US"/>
          </a:p>
          <a:p>
            <a:r>
              <a:rPr lang="en-US"/>
              <a:t>Positions and margins</a:t>
            </a:r>
            <a:endParaRPr lang="en-US"/>
          </a:p>
          <a:p>
            <a:r>
              <a:rPr lang="en-US"/>
              <a:t>Slide numbers and backgrounds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Default template or custom template</a:t>
            </a:r>
            <a:endParaRPr lang="en-US"/>
          </a:p>
        </p:txBody>
      </p:sp>
      <p:sp>
        <p:nvSpPr>
          <p:cNvPr id="3" name="left_heading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Default</a:t>
            </a:r>
            <a:endParaRPr lang="en-US"/>
          </a:p>
        </p:txBody>
      </p:sp>
      <p:sp>
        <p:nvSpPr>
          <p:cNvPr id="4" name="left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Used when the user uploads nothing</a:t>
            </a:r>
            <a:endParaRPr lang="en-US"/>
          </a:p>
          <a:p>
            <a:r>
              <a:rPr lang="en-US"/>
              <a:t>Known layouts, predictable output</a:t>
            </a:r>
            <a:endParaRPr lang="en-US"/>
          </a:p>
          <a:p>
            <a:r>
              <a:rPr lang="en-US"/>
              <a:t>Ships with Fred under Apache-2.0</a:t>
            </a:r>
            <a:endParaRPr lang="en-US"/>
          </a:p>
        </p:txBody>
      </p:sp>
      <p:sp>
        <p:nvSpPr>
          <p:cNvPr id="5" name="right_heading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Custom</a:t>
            </a:r>
            <a:endParaRPr lang="en-US"/>
          </a:p>
        </p:txBody>
      </p:sp>
      <p:sp>
        <p:nvSpPr>
          <p:cNvPr id="6" name="right"/>
          <p:cNvSpPr/>
          <p:nvPr>
            <p:ph idx="106" type="body" hasCustomPrompt="1"/>
          </p:nvPr>
        </p:nvSpPr>
        <p:spPr/>
        <p:txBody>
          <a:bodyPr/>
          <a:lstStyle/>
          <a:p>
            <a:r>
              <a:rPr lang="en-US"/>
              <a:t>Uploaded by the user or the team</a:t>
            </a:r>
            <a:endParaRPr lang="en-US"/>
          </a:p>
          <a:p>
            <a:r>
              <a:rPr lang="en-US"/>
              <a:t>Layouts discovered at upload time</a:t>
            </a:r>
            <a:endParaRPr lang="en-US"/>
          </a:p>
          <a:p>
            <a:r>
              <a:rPr lang="en-US"/>
              <a:t>Brand stays under the owner's licence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Pairing text with a visual</a:t>
            </a:r>
            <a:endParaRPr lang="en-US"/>
          </a:p>
        </p:txBody>
      </p:sp>
      <p:sp>
        <p:nvSpPr>
          <p:cNvPr id="3" name="body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The image placeholder fills the right panel</a:t>
            </a:r>
            <a:endParaRPr lang="en-US"/>
          </a:p>
          <a:p>
            <a:r>
              <a:rPr lang="en-US"/>
              <a:t>Screenshots, diagrams or photos all work</a:t>
            </a:r>
            <a:endParaRPr lang="en-US"/>
          </a:p>
          <a:p>
            <a:r>
              <a:rPr lang="en-US"/>
              <a:t>Without an image, the panel stays a neutral block</a:t>
            </a:r>
            <a:endParaRPr lang="en-US"/>
          </a:p>
        </p:txBody>
      </p:sp>
      <p:sp>
        <p:nvSpPr>
          <p:cNvPr id="5" name="image"/>
          <p:cNvSpPr/>
          <p:nvPr>
            <p:ph idx="103" hasCustomPrompt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Three numbers worth remembering</a:t>
            </a:r>
            <a:endParaRPr lang="en-US"/>
          </a:p>
        </p:txBody>
      </p:sp>
      <p:sp>
        <p:nvSpPr>
          <p:cNvPr id="3" name="stat1_value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15</a:t>
            </a:r>
            <a:endParaRPr lang="en-US"/>
          </a:p>
        </p:txBody>
      </p:sp>
      <p:sp>
        <p:nvSpPr>
          <p:cNvPr id="4" name="stat1_label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layouts cover most business presentations</a:t>
            </a:r>
            <a:endParaRPr lang="en-US"/>
          </a:p>
        </p:txBody>
      </p:sp>
      <p:sp>
        <p:nvSpPr>
          <p:cNvPr id="5" name="stat2_value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2</a:t>
            </a:r>
            <a:endParaRPr lang="en-US"/>
          </a:p>
        </p:txBody>
      </p:sp>
      <p:sp>
        <p:nvSpPr>
          <p:cNvPr id="6" name="stat2_label"/>
          <p:cNvSpPr/>
          <p:nvPr>
            <p:ph idx="106" type="body" hasCustomPrompt="1"/>
          </p:nvPr>
        </p:nvSpPr>
        <p:spPr/>
        <p:txBody>
          <a:bodyPr/>
          <a:lstStyle/>
          <a:p>
            <a:r>
              <a:rPr lang="en-US"/>
              <a:t>font roles, both set to Arial for faithful rendering</a:t>
            </a:r>
            <a:endParaRPr lang="en-US"/>
          </a:p>
        </p:txBody>
      </p:sp>
      <p:sp>
        <p:nvSpPr>
          <p:cNvPr id="7" name="stat3_value"/>
          <p:cNvSpPr/>
          <p:nvPr>
            <p:ph idx="108" type="body" hasCustomPrompt="1"/>
          </p:nvPr>
        </p:nvSpPr>
        <p:spPr/>
        <p:txBody>
          <a:bodyPr/>
          <a:lstStyle/>
          <a:p>
            <a:r>
              <a:rPr lang="en-US"/>
              <a:t>0</a:t>
            </a:r>
            <a:endParaRPr lang="en-US"/>
          </a:p>
        </p:txBody>
      </p:sp>
      <p:sp>
        <p:nvSpPr>
          <p:cNvPr id="8" name="stat3_label"/>
          <p:cNvSpPr/>
          <p:nvPr>
            <p:ph idx="109" type="body" hasCustomPrompt="1"/>
          </p:nvPr>
        </p:nvSpPr>
        <p:spPr/>
        <p:txBody>
          <a:bodyPr/>
          <a:lstStyle/>
          <a:p>
            <a:r>
              <a:rPr lang="en-US"/>
              <a:t>proprietary assets: no logo, image or embedded font</a:t>
            </a:r>
            <a:endParaRPr lang="en-US"/>
          </a:p>
        </p:txBody>
      </p:sp>
      <p:sp>
        <p:nvSpPr>
          <p:cNvPr id="9" name="caption"/>
          <p:cNvSpPr/>
          <p:nvPr>
            <p:ph idx="110" type="body" hasCustomPrompt="1"/>
          </p:nvPr>
        </p:nvSpPr>
        <p:spPr/>
        <p:txBody>
          <a:bodyPr/>
          <a:lstStyle/>
          <a:p>
            <a:r>
              <a:rPr lang="en-US"/>
              <a:t>Figures describe this template.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How the agent builds a deck</a:t>
            </a:r>
            <a:endParaRPr lang="en-US"/>
          </a:p>
        </p:txBody>
      </p:sp>
      <p:sp>
        <p:nvSpPr>
          <p:cNvPr id="3" name="step1_title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Pick the template</a:t>
            </a:r>
            <a:endParaRPr lang="en-US"/>
          </a:p>
        </p:txBody>
      </p:sp>
      <p:sp>
        <p:nvSpPr>
          <p:cNvPr id="4" name="step1_body"/>
          <p:cNvSpPr/>
          <p:nvPr>
            <p:ph idx="105" type="body" hasCustomPrompt="1"/>
          </p:nvPr>
        </p:nvSpPr>
        <p:spPr/>
        <p:txBody>
          <a:bodyPr/>
          <a:lstStyle/>
          <a:p>
            <a:r>
              <a:rPr lang="en-US"/>
              <a:t>Custom template if the user provided one, otherwise this default</a:t>
            </a:r>
            <a:endParaRPr lang="en-US"/>
          </a:p>
        </p:txBody>
      </p:sp>
      <p:sp>
        <p:nvSpPr>
          <p:cNvPr id="5" name="step2_title"/>
          <p:cNvSpPr/>
          <p:nvPr>
            <p:ph idx="109" type="body" hasCustomPrompt="1"/>
          </p:nvPr>
        </p:nvSpPr>
        <p:spPr/>
        <p:txBody>
          <a:bodyPr/>
          <a:lstStyle/>
          <a:p>
            <a:r>
              <a:rPr lang="en-US"/>
              <a:t>Plan the story</a:t>
            </a:r>
            <a:endParaRPr lang="en-US"/>
          </a:p>
        </p:txBody>
      </p:sp>
      <p:sp>
        <p:nvSpPr>
          <p:cNvPr id="6" name="step2_body"/>
          <p:cNvSpPr/>
          <p:nvPr>
            <p:ph idx="110" type="body" hasCustomPrompt="1"/>
          </p:nvPr>
        </p:nvSpPr>
        <p:spPr/>
        <p:txBody>
          <a:bodyPr/>
          <a:lstStyle/>
          <a:p>
            <a:r>
              <a:rPr lang="en-US"/>
              <a:t>One message per slide, mapped to a layout name</a:t>
            </a:r>
            <a:endParaRPr lang="en-US"/>
          </a:p>
        </p:txBody>
      </p:sp>
      <p:sp>
        <p:nvSpPr>
          <p:cNvPr id="7" name="step3_title"/>
          <p:cNvSpPr/>
          <p:nvPr>
            <p:ph idx="114" type="body" hasCustomPrompt="1"/>
          </p:nvPr>
        </p:nvSpPr>
        <p:spPr/>
        <p:txBody>
          <a:bodyPr/>
          <a:lstStyle/>
          <a:p>
            <a:r>
              <a:rPr lang="en-US"/>
              <a:t>Fill placeholders</a:t>
            </a:r>
            <a:endParaRPr lang="en-US"/>
          </a:p>
        </p:txBody>
      </p:sp>
      <p:sp>
        <p:nvSpPr>
          <p:cNvPr id="8" name="step3_body"/>
          <p:cNvSpPr/>
          <p:nvPr>
            <p:ph idx="115" type="body" hasCustomPrompt="1"/>
          </p:nvPr>
        </p:nvSpPr>
        <p:spPr/>
        <p:txBody>
          <a:bodyPr/>
          <a:lstStyle/>
          <a:p>
            <a:r>
              <a:rPr lang="en-US"/>
              <a:t>Text, charts and images go into named placeholders</a:t>
            </a:r>
            <a:endParaRPr lang="en-US"/>
          </a:p>
        </p:txBody>
      </p:sp>
      <p:sp>
        <p:nvSpPr>
          <p:cNvPr id="9" name="step4_title"/>
          <p:cNvSpPr/>
          <p:nvPr>
            <p:ph idx="119" type="body" hasCustomPrompt="1"/>
          </p:nvPr>
        </p:nvSpPr>
        <p:spPr/>
        <p:txBody>
          <a:bodyPr/>
          <a:lstStyle/>
          <a:p>
            <a:r>
              <a:rPr lang="en-US"/>
              <a:t>Check and deliver</a:t>
            </a:r>
            <a:endParaRPr lang="en-US"/>
          </a:p>
        </p:txBody>
      </p:sp>
      <p:sp>
        <p:nvSpPr>
          <p:cNvPr id="10" name="step4_body"/>
          <p:cNvSpPr/>
          <p:nvPr>
            <p:ph idx="120" type="body" hasCustomPrompt="1"/>
          </p:nvPr>
        </p:nvSpPr>
        <p:spPr/>
        <p:txBody>
          <a:bodyPr/>
          <a:lstStyle/>
          <a:p>
            <a:r>
              <a:rPr lang="en-US"/>
              <a:t>Validate the file and render a preview</a:t>
            </a:r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Charts stay native and editable</a:t>
            </a:r>
            <a:endParaRPr lang="en-US"/>
          </a:p>
        </p:txBody>
      </p:sp>
      <p:graphicFrame>
        <p:nvGraphicFramePr>
          <p:cNvPr id="3" name="chart" descr=""/>
          <p:cNvGraphicFramePr/>
          <p:nvPr>
            <p:ph idx="101" type="chart" hasCustomPrompt="1"/>
          </p:nvPr>
        </p:nvGraphicFramePr>
        <p:xfrm>
          <a:off x="548640" y="1508760"/>
          <a:ext cx="74066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"/>
          <p:cNvSpPr/>
          <p:nvPr>
            <p:ph idx="103" type="body" hasCustomPrompt="1"/>
          </p:nvPr>
        </p:nvSpPr>
        <p:spPr/>
        <p:txBody>
          <a:bodyPr/>
          <a:lstStyle/>
          <a:p>
            <a:r>
              <a:rPr lang="en-US"/>
              <a:t>Charts use theme colours, so a custom template restyles them automatically.</a:t>
            </a:r>
            <a:endParaRPr lang="en-US"/>
          </a:p>
          <a:p>
            <a:endParaRPr lang="en-US"/>
          </a:p>
          <a:p>
            <a:r>
              <a:rPr lang="en-US"/>
              <a:t>Put the one sentence the audience must remember here.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Layout catalogue</a:t>
            </a:r>
            <a:endParaRPr lang="en-US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4526280"/>
        </p:xfrm>
        <a:graphic>
          <a:graphicData uri="http://schemas.openxmlformats.org/drawingml/2006/table">
            <a:tbl>
              <a:tblPr/>
              <a:tblGrid>
                <a:gridCol w="2926080"/>
                <a:gridCol w="3566160"/>
                <a:gridCol w="460217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Layout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it for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Placeholders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Title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slide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title, subtitle, meta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Section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Dividing a long deck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section_number, title, subtitle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Key Figures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headline numbers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stat1..3_value, stat1..3_label, caption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Process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Four-step sequence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step1..4_title, step1..4_body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Chart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chart and its takeaway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chart, takeaway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 Title Only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composition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/>
          <p:nvPr>
            <p:ph idx="101" type="body" hasCustomPrompt="1"/>
          </p:nvPr>
        </p:nvSpPr>
        <p:spPr/>
        <p:txBody>
          <a:bodyPr/>
          <a:lstStyle/>
          <a:p>
            <a:r>
              <a:rPr lang="en-US"/>
              <a:t>A template is a promise: whatever the user asks for, the deck will look like it belongs together.</a:t>
            </a:r>
            <a:endParaRPr lang="en-US"/>
          </a:p>
        </p:txBody>
      </p:sp>
      <p:sp>
        <p:nvSpPr>
          <p:cNvPr id="3" name="attribution"/>
          <p:cNvSpPr/>
          <p:nvPr>
            <p:ph idx="102" type="body" hasCustomPrompt="1"/>
          </p:nvPr>
        </p:nvSpPr>
        <p:spPr/>
        <p:txBody>
          <a:bodyPr/>
          <a:lstStyle/>
          <a:p>
            <a:r>
              <a:rPr lang="en-US"/>
              <a:t>Design principle of the default template</a:t>
            </a:r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0" type="title" hasCustomPrompt="1"/>
          </p:nvPr>
        </p:nvSpPr>
        <p:spPr/>
        <p:txBody>
          <a:bodyPr/>
          <a:lstStyle/>
          <a:p>
            <a:r>
              <a:rPr lang="en-US"/>
              <a:t>Title Only leaves the canvas free</a:t>
            </a:r>
            <a:endParaRPr lang="en-US"/>
          </a:p>
        </p:txBody>
      </p:sp>
      <p:sp>
        <p:nvSpPr>
          <p:cNvPr id="3" name="free_block_1"/>
          <p:cNvSpPr/>
          <p:nvPr/>
        </p:nvSpPr>
        <p:spPr>
          <a:xfrm>
            <a:off x="548640" y="1828800"/>
            <a:ext cx="3454298" cy="310896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214884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Diagrams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834640"/>
            <a:ext cx="28142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Shapes placed by the agent in scheme colours, so they follow the theme.</a:t>
            </a:r>
            <a:endParaRPr lang="en-US" sz="1600" dirty="0"/>
          </a:p>
        </p:txBody>
      </p:sp>
      <p:sp>
        <p:nvSpPr>
          <p:cNvPr id="6" name="free_block_2"/>
          <p:cNvSpPr/>
          <p:nvPr/>
        </p:nvSpPr>
        <p:spPr>
          <a:xfrm>
            <a:off x="4368698" y="1828800"/>
            <a:ext cx="3454298" cy="310896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88738" y="214884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Screenshots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688738" y="2834640"/>
            <a:ext cx="28142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Shapes placed by the agent in scheme colours, so they follow the theme.</a:t>
            </a:r>
            <a:endParaRPr lang="en-US" sz="1600" dirty="0"/>
          </a:p>
        </p:txBody>
      </p:sp>
      <p:sp>
        <p:nvSpPr>
          <p:cNvPr id="9" name="free_block_3"/>
          <p:cNvSpPr/>
          <p:nvPr/>
        </p:nvSpPr>
        <p:spPr>
          <a:xfrm>
            <a:off x="8188757" y="1828800"/>
            <a:ext cx="3454298" cy="310896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8797" y="214884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Custom visuals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508797" y="2834640"/>
            <a:ext cx="28142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Shapes placed by the agent in scheme colours, so they follow the theme.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idx="103" type="title" hasCustomPrompt="1"/>
          </p:nvPr>
        </p:nvSpPr>
        <p:spPr/>
        <p:txBody>
          <a:bodyPr/>
          <a:lstStyle/>
          <a:p>
            <a:r>
              <a:rPr lang="en-US"/>
              <a:t>Bring your own template, or use this one</a:t>
            </a:r>
            <a:endParaRPr lang="en-US"/>
          </a:p>
        </p:txBody>
      </p:sp>
      <p:sp>
        <p:nvSpPr>
          <p:cNvPr id="3" name="body"/>
          <p:cNvSpPr/>
          <p:nvPr>
            <p:ph idx="104" type="body" hasCustomPrompt="1"/>
          </p:nvPr>
        </p:nvSpPr>
        <p:spPr/>
        <p:txBody>
          <a:bodyPr/>
          <a:lstStyle/>
          <a:p>
            <a:r>
              <a:rPr lang="en-US"/>
              <a:t>github.com/ThalesGroup/fred</a:t>
            </a:r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Fred Default">
  <a:themeElements>
    <a:clrScheme name="Fred Default">
      <a:dk1>
        <a:srgbClr val="1B1C1E"/>
      </a:dk1>
      <a:lt1>
        <a:srgbClr val="FFFFFF"/>
      </a:lt1>
      <a:dk2>
        <a:srgbClr val="0F134F"/>
      </a:dk2>
      <a:lt2>
        <a:srgbClr val="F2F3F6"/>
      </a:lt2>
      <a:accent1>
        <a:srgbClr val="4851C3"/>
      </a:accent1>
      <a:accent2>
        <a:srgbClr val="1C8199"/>
      </a:accent2>
      <a:accent3>
        <a:srgbClr val="575A8A"/>
      </a:accent3>
      <a:accent4>
        <a:srgbClr val="9CA4FF"/>
      </a:accent4>
      <a:accent5>
        <a:srgbClr val="2C6A41"/>
      </a:accent5>
      <a:accent6>
        <a:srgbClr val="C26A00"/>
      </a:accent6>
      <a:hlink>
        <a:srgbClr val="4851C3"/>
      </a:hlink>
      <a:folHlink>
        <a:srgbClr val="575A8A"/>
      </a:folHlink>
    </a:clrScheme>
    <a:fontScheme name="Fred Defaul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Fred open source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Fred default presentation template</dc:title>
  <dc:subject>PptxGenJS Presentation</dc:subject>
  <dc:creator>Fred contributors</dc:creator>
  <cp:lastModifiedBy>Fred contributors</cp:lastModifiedBy>
  <cp:revision>1</cp:revision>
  <dcterms:created xsi:type="dcterms:W3CDTF">2026-10-05T16:10:52Z</dcterms:created>
  <dcterms:modified xsi:type="dcterms:W3CDTF">2026-10-05T16:10:52Z</dcterms:modified>
  <cp:keywords>fred; template; slides</cp:keywords>
</cp:coreProperties>
</file>